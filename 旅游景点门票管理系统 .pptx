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7" r:id="rId11"/>
    <p:sldId id="265" r:id="rId12"/>
    <p:sldId id="284" r:id="rId13"/>
    <p:sldId id="285" r:id="rId14"/>
    <p:sldId id="286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44" y="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175" y="-3175"/>
            <a:ext cx="12198350" cy="6864350"/>
          </a:xfrm>
          <a:custGeom>
            <a:avLst/>
            <a:gdLst/>
            <a:ahLst/>
            <a:cxnLst/>
            <a:rect l="l" t="t" r="r" b="b"/>
            <a:pathLst>
              <a:path w="12198350" h="6864350">
                <a:moveTo>
                  <a:pt x="3175" y="3175"/>
                </a:moveTo>
                <a:lnTo>
                  <a:pt x="12195175" y="3175"/>
                </a:lnTo>
                <a:lnTo>
                  <a:pt x="12195175" y="6861175"/>
                </a:lnTo>
                <a:lnTo>
                  <a:pt x="3175" y="6861175"/>
                </a:lnTo>
                <a:close/>
              </a:path>
            </a:pathLst>
          </a:custGeom>
          <a:solidFill>
            <a:srgbClr val="B4BAD1">
              <a:alpha val="100000"/>
              <a:lumMod val="5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5273293" y="-3175"/>
            <a:ext cx="6921500" cy="6864350"/>
          </a:xfrm>
          <a:custGeom>
            <a:avLst/>
            <a:gdLst/>
            <a:ahLst/>
            <a:cxnLst/>
            <a:rect l="l" t="t" r="r" b="b"/>
            <a:pathLst>
              <a:path w="6921500" h="6864350">
                <a:moveTo>
                  <a:pt x="5248657" y="1030605"/>
                </a:moveTo>
                <a:cubicBezTo>
                  <a:pt x="4744467" y="1462405"/>
                  <a:pt x="72137" y="6324600"/>
                  <a:pt x="72137" y="6324600"/>
                </a:cubicBezTo>
                <a:cubicBezTo>
                  <a:pt x="72137" y="6324600"/>
                  <a:pt x="-2793" y="6593206"/>
                  <a:pt x="3557" y="6861175"/>
                </a:cubicBezTo>
                <a:lnTo>
                  <a:pt x="6918707" y="6861175"/>
                </a:lnTo>
                <a:lnTo>
                  <a:pt x="6918707" y="3175"/>
                </a:lnTo>
                <a:lnTo>
                  <a:pt x="5663313" y="3175"/>
                </a:lnTo>
                <a:cubicBezTo>
                  <a:pt x="5655692" y="276225"/>
                  <a:pt x="5587747" y="740410"/>
                  <a:pt x="5248657" y="1030605"/>
                </a:cubicBezTo>
                <a:close/>
              </a:path>
            </a:pathLst>
          </a:custGeom>
          <a:solidFill>
            <a:srgbClr val="BCD9FB">
              <a:alpha val="100000"/>
              <a:lumMod val="60000"/>
              <a:lumOff val="4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-3175" y="-3175"/>
            <a:ext cx="4114800" cy="3454400"/>
          </a:xfrm>
          <a:custGeom>
            <a:avLst/>
            <a:gdLst/>
            <a:ahLst/>
            <a:cxnLst/>
            <a:rect l="l" t="t" r="r" b="b"/>
            <a:pathLst>
              <a:path w="4114800" h="3454400">
                <a:moveTo>
                  <a:pt x="3175" y="3449320"/>
                </a:moveTo>
                <a:cubicBezTo>
                  <a:pt x="214630" y="3479165"/>
                  <a:pt x="483235" y="3389630"/>
                  <a:pt x="661670" y="2989580"/>
                </a:cubicBezTo>
                <a:cubicBezTo>
                  <a:pt x="1082040" y="2044065"/>
                  <a:pt x="1869440" y="1203960"/>
                  <a:pt x="2552065" y="1466850"/>
                </a:cubicBezTo>
                <a:cubicBezTo>
                  <a:pt x="3234690" y="1729740"/>
                  <a:pt x="4337685" y="1414145"/>
                  <a:pt x="4074795" y="626745"/>
                </a:cubicBezTo>
                <a:cubicBezTo>
                  <a:pt x="3990340" y="370205"/>
                  <a:pt x="3728085" y="164465"/>
                  <a:pt x="3412490" y="3175"/>
                </a:cubicBezTo>
                <a:lnTo>
                  <a:pt x="3175" y="3175"/>
                </a:lnTo>
                <a:lnTo>
                  <a:pt x="3175" y="3449320"/>
                </a:lnTo>
                <a:close/>
              </a:path>
            </a:pathLst>
          </a:custGeom>
          <a:solidFill>
            <a:srgbClr val="C1DCFF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-3175" y="-3175"/>
            <a:ext cx="3454400" cy="2876550"/>
          </a:xfrm>
          <a:custGeom>
            <a:avLst/>
            <a:gdLst/>
            <a:ahLst/>
            <a:cxnLst/>
            <a:rect l="l" t="t" r="r" b="b"/>
            <a:pathLst>
              <a:path w="3454400" h="2876550">
                <a:moveTo>
                  <a:pt x="3175" y="2875280"/>
                </a:moveTo>
                <a:cubicBezTo>
                  <a:pt x="167005" y="2876550"/>
                  <a:pt x="375285" y="2783205"/>
                  <a:pt x="511175" y="2478405"/>
                </a:cubicBezTo>
                <a:cubicBezTo>
                  <a:pt x="869315" y="1672590"/>
                  <a:pt x="1541145" y="955675"/>
                  <a:pt x="2123440" y="1179830"/>
                </a:cubicBezTo>
                <a:cubicBezTo>
                  <a:pt x="2705735" y="1403985"/>
                  <a:pt x="3646170" y="1134745"/>
                  <a:pt x="3422015" y="463550"/>
                </a:cubicBezTo>
                <a:cubicBezTo>
                  <a:pt x="3361055" y="281305"/>
                  <a:pt x="3194685" y="128905"/>
                  <a:pt x="2985135" y="3175"/>
                </a:cubicBezTo>
                <a:lnTo>
                  <a:pt x="3175" y="3175"/>
                </a:lnTo>
                <a:lnTo>
                  <a:pt x="3175" y="2875280"/>
                </a:lnTo>
                <a:close/>
              </a:path>
            </a:pathLst>
          </a:custGeom>
          <a:solidFill>
            <a:srgbClr val="A8BFFF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717550" y="533400"/>
            <a:ext cx="10756900" cy="5791200"/>
          </a:xfrm>
          <a:prstGeom prst="roundRect">
            <a:avLst>
              <a:gd name="adj" fmla="val 3885"/>
            </a:avLst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717550" y="533400"/>
            <a:ext cx="3390900" cy="2317750"/>
          </a:xfrm>
          <a:custGeom>
            <a:avLst/>
            <a:gdLst/>
            <a:ahLst/>
            <a:cxnLst/>
            <a:rect l="l" t="t" r="r" b="b"/>
            <a:pathLst>
              <a:path w="3390900" h="2317750">
                <a:moveTo>
                  <a:pt x="3175" y="2318385"/>
                </a:moveTo>
                <a:cubicBezTo>
                  <a:pt x="435610" y="1430020"/>
                  <a:pt x="1181100" y="679450"/>
                  <a:pt x="1831340" y="929640"/>
                </a:cubicBezTo>
                <a:cubicBezTo>
                  <a:pt x="2513965" y="1192530"/>
                  <a:pt x="3616960" y="876935"/>
                  <a:pt x="3354070" y="89535"/>
                </a:cubicBezTo>
                <a:cubicBezTo>
                  <a:pt x="3344545" y="60325"/>
                  <a:pt x="3331845" y="31115"/>
                  <a:pt x="3317875" y="3175"/>
                </a:cubicBezTo>
                <a:lnTo>
                  <a:pt x="3175" y="3175"/>
                </a:lnTo>
                <a:lnTo>
                  <a:pt x="3175" y="2318385"/>
                </a:lnTo>
                <a:close/>
              </a:path>
            </a:pathLst>
          </a:custGeom>
          <a:solidFill>
            <a:srgbClr val="C1DCFF">
              <a:alpha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717550" y="533400"/>
            <a:ext cx="2736850" cy="1536700"/>
          </a:xfrm>
          <a:custGeom>
            <a:avLst/>
            <a:gdLst/>
            <a:ahLst/>
            <a:cxnLst/>
            <a:rect l="l" t="t" r="r" b="b"/>
            <a:pathLst>
              <a:path w="2736850" h="1536700">
                <a:moveTo>
                  <a:pt x="3175" y="1534160"/>
                </a:moveTo>
                <a:cubicBezTo>
                  <a:pt x="379095" y="915035"/>
                  <a:pt x="921385" y="458470"/>
                  <a:pt x="1402080" y="643255"/>
                </a:cubicBezTo>
                <a:cubicBezTo>
                  <a:pt x="1961515" y="858520"/>
                  <a:pt x="2852420" y="618490"/>
                  <a:pt x="2721610" y="3175"/>
                </a:cubicBezTo>
                <a:lnTo>
                  <a:pt x="3175" y="3175"/>
                </a:lnTo>
                <a:lnTo>
                  <a:pt x="3175" y="1534160"/>
                </a:lnTo>
                <a:close/>
              </a:path>
            </a:pathLst>
          </a:custGeom>
          <a:solidFill>
            <a:srgbClr val="ABC2FF">
              <a:alpha val="60000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9" name="Group 9"/>
          <p:cNvGrpSpPr/>
          <p:nvPr/>
        </p:nvGrpSpPr>
        <p:grpSpPr>
          <a:xfrm>
            <a:off x="5889782" y="893221"/>
            <a:ext cx="5228505" cy="5016206"/>
            <a:chOff x="5889782" y="893221"/>
            <a:chExt cx="5228505" cy="5016206"/>
          </a:xfrm>
        </p:grpSpPr>
        <p:sp>
          <p:nvSpPr>
            <p:cNvPr id="10" name="AutoShape 10"/>
            <p:cNvSpPr/>
            <p:nvPr/>
          </p:nvSpPr>
          <p:spPr>
            <a:xfrm>
              <a:off x="6241970" y="2667325"/>
              <a:ext cx="648420" cy="1525598"/>
            </a:xfrm>
            <a:custGeom>
              <a:avLst/>
              <a:gdLst/>
              <a:ahLst/>
              <a:cxnLst/>
              <a:rect l="l" t="t" r="r" b="b"/>
              <a:pathLst>
                <a:path w="394" h="926">
                  <a:moveTo>
                    <a:pt x="65" y="927"/>
                  </a:moveTo>
                  <a:lnTo>
                    <a:pt x="394" y="153"/>
                  </a:lnTo>
                  <a:lnTo>
                    <a:pt x="394" y="0"/>
                  </a:lnTo>
                  <a:lnTo>
                    <a:pt x="0" y="927"/>
                  </a:lnTo>
                  <a:lnTo>
                    <a:pt x="65" y="927"/>
                  </a:lnTo>
                  <a:close/>
                </a:path>
              </a:pathLst>
            </a:cu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6783417" y="2667325"/>
              <a:ext cx="106973" cy="255090"/>
            </a:xfrm>
            <a:custGeom>
              <a:avLst/>
              <a:gdLst/>
              <a:ahLst/>
              <a:cxnLst/>
              <a:rect l="l" t="t" r="r" b="b"/>
              <a:pathLst>
                <a:path w="65" h="155">
                  <a:moveTo>
                    <a:pt x="19" y="143"/>
                  </a:moveTo>
                  <a:lnTo>
                    <a:pt x="65" y="153"/>
                  </a:lnTo>
                  <a:lnTo>
                    <a:pt x="65" y="0"/>
                  </a:lnTo>
                  <a:lnTo>
                    <a:pt x="10" y="132"/>
                  </a:lnTo>
                  <a:lnTo>
                    <a:pt x="0" y="155"/>
                  </a:lnTo>
                  <a:lnTo>
                    <a:pt x="19" y="143"/>
                  </a:lnTo>
                  <a:close/>
                </a:path>
              </a:pathLst>
            </a:cu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8944269" y="1284906"/>
              <a:ext cx="1456477" cy="1454831"/>
            </a:xfrm>
            <a:custGeom>
              <a:avLst/>
              <a:gdLst/>
              <a:ahLst/>
              <a:cxnLst/>
              <a:rect l="l" t="t" r="r" b="b"/>
              <a:pathLst>
                <a:path w="381" h="381">
                  <a:moveTo>
                    <a:pt x="90" y="25"/>
                  </a:moveTo>
                  <a:cubicBezTo>
                    <a:pt x="34" y="78"/>
                    <a:pt x="34" y="78"/>
                    <a:pt x="34" y="78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7" y="113"/>
                    <a:pt x="57" y="121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1" y="134"/>
                    <a:pt x="45" y="139"/>
                    <a:pt x="38" y="140"/>
                  </a:cubicBezTo>
                  <a:cubicBezTo>
                    <a:pt x="3" y="145"/>
                    <a:pt x="3" y="145"/>
                    <a:pt x="3" y="145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35" y="229"/>
                    <a:pt x="35" y="229"/>
                    <a:pt x="35" y="229"/>
                  </a:cubicBezTo>
                  <a:cubicBezTo>
                    <a:pt x="42" y="230"/>
                    <a:pt x="47" y="235"/>
                    <a:pt x="50" y="242"/>
                  </a:cubicBezTo>
                  <a:cubicBezTo>
                    <a:pt x="50" y="242"/>
                    <a:pt x="50" y="242"/>
                    <a:pt x="50" y="242"/>
                  </a:cubicBezTo>
                  <a:cubicBezTo>
                    <a:pt x="53" y="249"/>
                    <a:pt x="52" y="257"/>
                    <a:pt x="47" y="263"/>
                  </a:cubicBezTo>
                  <a:cubicBezTo>
                    <a:pt x="26" y="291"/>
                    <a:pt x="26" y="291"/>
                    <a:pt x="26" y="291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47"/>
                    <a:pt x="78" y="347"/>
                    <a:pt x="78" y="347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14" y="324"/>
                    <a:pt x="121" y="323"/>
                    <a:pt x="128" y="326"/>
                  </a:cubicBezTo>
                  <a:cubicBezTo>
                    <a:pt x="128" y="326"/>
                    <a:pt x="128" y="326"/>
                    <a:pt x="128" y="326"/>
                  </a:cubicBezTo>
                  <a:cubicBezTo>
                    <a:pt x="135" y="329"/>
                    <a:pt x="139" y="335"/>
                    <a:pt x="140" y="343"/>
                  </a:cubicBezTo>
                  <a:cubicBezTo>
                    <a:pt x="145" y="378"/>
                    <a:pt x="145" y="378"/>
                    <a:pt x="145" y="378"/>
                  </a:cubicBezTo>
                  <a:cubicBezTo>
                    <a:pt x="222" y="381"/>
                    <a:pt x="222" y="381"/>
                    <a:pt x="222" y="381"/>
                  </a:cubicBezTo>
                  <a:cubicBezTo>
                    <a:pt x="229" y="346"/>
                    <a:pt x="229" y="346"/>
                    <a:pt x="229" y="346"/>
                  </a:cubicBezTo>
                  <a:cubicBezTo>
                    <a:pt x="231" y="339"/>
                    <a:pt x="236" y="333"/>
                    <a:pt x="243" y="331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50" y="328"/>
                    <a:pt x="257" y="329"/>
                    <a:pt x="263" y="333"/>
                  </a:cubicBezTo>
                  <a:cubicBezTo>
                    <a:pt x="291" y="355"/>
                    <a:pt x="291" y="355"/>
                    <a:pt x="291" y="355"/>
                  </a:cubicBezTo>
                  <a:cubicBezTo>
                    <a:pt x="347" y="303"/>
                    <a:pt x="347" y="303"/>
                    <a:pt x="347" y="30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24" y="267"/>
                    <a:pt x="324" y="259"/>
                    <a:pt x="327" y="253"/>
                  </a:cubicBezTo>
                  <a:cubicBezTo>
                    <a:pt x="327" y="253"/>
                    <a:pt x="327" y="253"/>
                    <a:pt x="327" y="253"/>
                  </a:cubicBezTo>
                  <a:cubicBezTo>
                    <a:pt x="330" y="246"/>
                    <a:pt x="336" y="241"/>
                    <a:pt x="343" y="240"/>
                  </a:cubicBezTo>
                  <a:cubicBezTo>
                    <a:pt x="378" y="236"/>
                    <a:pt x="378" y="236"/>
                    <a:pt x="378" y="236"/>
                  </a:cubicBezTo>
                  <a:cubicBezTo>
                    <a:pt x="381" y="159"/>
                    <a:pt x="381" y="159"/>
                    <a:pt x="381" y="159"/>
                  </a:cubicBezTo>
                  <a:cubicBezTo>
                    <a:pt x="346" y="152"/>
                    <a:pt x="346" y="152"/>
                    <a:pt x="346" y="152"/>
                  </a:cubicBezTo>
                  <a:cubicBezTo>
                    <a:pt x="339" y="150"/>
                    <a:pt x="333" y="145"/>
                    <a:pt x="331" y="138"/>
                  </a:cubicBezTo>
                  <a:cubicBezTo>
                    <a:pt x="331" y="138"/>
                    <a:pt x="331" y="138"/>
                    <a:pt x="331" y="138"/>
                  </a:cubicBezTo>
                  <a:cubicBezTo>
                    <a:pt x="328" y="131"/>
                    <a:pt x="329" y="124"/>
                    <a:pt x="334" y="118"/>
                  </a:cubicBezTo>
                  <a:cubicBezTo>
                    <a:pt x="355" y="90"/>
                    <a:pt x="355" y="90"/>
                    <a:pt x="355" y="90"/>
                  </a:cubicBezTo>
                  <a:cubicBezTo>
                    <a:pt x="329" y="62"/>
                    <a:pt x="329" y="62"/>
                    <a:pt x="329" y="62"/>
                  </a:cubicBezTo>
                  <a:cubicBezTo>
                    <a:pt x="303" y="33"/>
                    <a:pt x="303" y="33"/>
                    <a:pt x="303" y="33"/>
                  </a:cubicBezTo>
                  <a:cubicBezTo>
                    <a:pt x="273" y="53"/>
                    <a:pt x="273" y="53"/>
                    <a:pt x="273" y="53"/>
                  </a:cubicBezTo>
                  <a:cubicBezTo>
                    <a:pt x="267" y="57"/>
                    <a:pt x="260" y="57"/>
                    <a:pt x="253" y="54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46" y="51"/>
                    <a:pt x="242" y="45"/>
                    <a:pt x="241" y="38"/>
                  </a:cubicBezTo>
                  <a:cubicBezTo>
                    <a:pt x="236" y="3"/>
                    <a:pt x="236" y="3"/>
                    <a:pt x="236" y="3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52" y="34"/>
                    <a:pt x="152" y="34"/>
                    <a:pt x="152" y="34"/>
                  </a:cubicBezTo>
                  <a:cubicBezTo>
                    <a:pt x="150" y="42"/>
                    <a:pt x="145" y="47"/>
                    <a:pt x="138" y="50"/>
                  </a:cubicBezTo>
                  <a:cubicBezTo>
                    <a:pt x="138" y="50"/>
                    <a:pt x="138" y="50"/>
                    <a:pt x="138" y="50"/>
                  </a:cubicBezTo>
                  <a:cubicBezTo>
                    <a:pt x="131" y="52"/>
                    <a:pt x="124" y="51"/>
                    <a:pt x="118" y="47"/>
                  </a:cubicBezTo>
                  <a:lnTo>
                    <a:pt x="90" y="25"/>
                  </a:lnTo>
                  <a:close/>
                  <a:moveTo>
                    <a:pt x="274" y="113"/>
                  </a:moveTo>
                  <a:cubicBezTo>
                    <a:pt x="316" y="159"/>
                    <a:pt x="314" y="231"/>
                    <a:pt x="268" y="273"/>
                  </a:cubicBezTo>
                  <a:cubicBezTo>
                    <a:pt x="222" y="316"/>
                    <a:pt x="150" y="313"/>
                    <a:pt x="107" y="268"/>
                  </a:cubicBezTo>
                  <a:cubicBezTo>
                    <a:pt x="65" y="222"/>
                    <a:pt x="67" y="150"/>
                    <a:pt x="113" y="107"/>
                  </a:cubicBezTo>
                  <a:cubicBezTo>
                    <a:pt x="159" y="64"/>
                    <a:pt x="231" y="67"/>
                    <a:pt x="274" y="113"/>
                  </a:cubicBezTo>
                  <a:close/>
                </a:path>
              </a:pathLst>
            </a:custGeom>
            <a:solidFill>
              <a:srgbClr val="B4BA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10476450" y="1681529"/>
              <a:ext cx="641837" cy="641837"/>
            </a:xfrm>
            <a:custGeom>
              <a:avLst/>
              <a:gdLst/>
              <a:ahLst/>
              <a:cxnLst/>
              <a:rect l="l" t="t" r="r" b="b"/>
              <a:pathLst>
                <a:path w="168" h="168">
                  <a:moveTo>
                    <a:pt x="40" y="11"/>
                  </a:moveTo>
                  <a:cubicBezTo>
                    <a:pt x="15" y="34"/>
                    <a:pt x="15" y="34"/>
                    <a:pt x="15" y="34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5" y="50"/>
                    <a:pt x="25" y="53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9"/>
                    <a:pt x="20" y="61"/>
                    <a:pt x="17" y="62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15" y="101"/>
                    <a:pt x="15" y="101"/>
                    <a:pt x="15" y="101"/>
                  </a:cubicBezTo>
                  <a:cubicBezTo>
                    <a:pt x="19" y="101"/>
                    <a:pt x="21" y="104"/>
                    <a:pt x="22" y="107"/>
                  </a:cubicBezTo>
                  <a:cubicBezTo>
                    <a:pt x="22" y="107"/>
                    <a:pt x="22" y="107"/>
                    <a:pt x="22" y="107"/>
                  </a:cubicBezTo>
                  <a:cubicBezTo>
                    <a:pt x="23" y="110"/>
                    <a:pt x="23" y="113"/>
                    <a:pt x="21" y="116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23" y="140"/>
                    <a:pt x="23" y="140"/>
                    <a:pt x="23" y="140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48" y="144"/>
                    <a:pt x="48" y="144"/>
                    <a:pt x="48" y="144"/>
                  </a:cubicBezTo>
                  <a:cubicBezTo>
                    <a:pt x="50" y="143"/>
                    <a:pt x="54" y="142"/>
                    <a:pt x="57" y="144"/>
                  </a:cubicBezTo>
                  <a:cubicBezTo>
                    <a:pt x="57" y="144"/>
                    <a:pt x="57" y="144"/>
                    <a:pt x="57" y="144"/>
                  </a:cubicBezTo>
                  <a:cubicBezTo>
                    <a:pt x="60" y="145"/>
                    <a:pt x="62" y="148"/>
                    <a:pt x="62" y="151"/>
                  </a:cubicBezTo>
                  <a:cubicBezTo>
                    <a:pt x="64" y="166"/>
                    <a:pt x="64" y="166"/>
                    <a:pt x="64" y="166"/>
                  </a:cubicBezTo>
                  <a:cubicBezTo>
                    <a:pt x="98" y="168"/>
                    <a:pt x="98" y="168"/>
                    <a:pt x="98" y="168"/>
                  </a:cubicBezTo>
                  <a:cubicBezTo>
                    <a:pt x="101" y="152"/>
                    <a:pt x="101" y="152"/>
                    <a:pt x="101" y="152"/>
                  </a:cubicBezTo>
                  <a:cubicBezTo>
                    <a:pt x="102" y="149"/>
                    <a:pt x="104" y="147"/>
                    <a:pt x="107" y="146"/>
                  </a:cubicBezTo>
                  <a:cubicBezTo>
                    <a:pt x="107" y="146"/>
                    <a:pt x="107" y="146"/>
                    <a:pt x="107" y="146"/>
                  </a:cubicBezTo>
                  <a:cubicBezTo>
                    <a:pt x="110" y="145"/>
                    <a:pt x="114" y="145"/>
                    <a:pt x="116" y="147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3" y="118"/>
                    <a:pt x="143" y="114"/>
                    <a:pt x="144" y="111"/>
                  </a:cubicBezTo>
                  <a:cubicBezTo>
                    <a:pt x="144" y="111"/>
                    <a:pt x="144" y="111"/>
                    <a:pt x="144" y="111"/>
                  </a:cubicBezTo>
                  <a:cubicBezTo>
                    <a:pt x="146" y="108"/>
                    <a:pt x="148" y="106"/>
                    <a:pt x="152" y="106"/>
                  </a:cubicBezTo>
                  <a:cubicBezTo>
                    <a:pt x="167" y="104"/>
                    <a:pt x="167" y="104"/>
                    <a:pt x="167" y="104"/>
                  </a:cubicBezTo>
                  <a:cubicBezTo>
                    <a:pt x="168" y="70"/>
                    <a:pt x="168" y="70"/>
                    <a:pt x="168" y="70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0" y="66"/>
                    <a:pt x="147" y="64"/>
                    <a:pt x="146" y="61"/>
                  </a:cubicBezTo>
                  <a:cubicBezTo>
                    <a:pt x="146" y="61"/>
                    <a:pt x="146" y="61"/>
                    <a:pt x="146" y="61"/>
                  </a:cubicBezTo>
                  <a:cubicBezTo>
                    <a:pt x="145" y="58"/>
                    <a:pt x="145" y="54"/>
                    <a:pt x="147" y="52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118" y="25"/>
                    <a:pt x="115" y="25"/>
                    <a:pt x="112" y="24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09" y="22"/>
                    <a:pt x="107" y="19"/>
                    <a:pt x="106" y="16"/>
                  </a:cubicBezTo>
                  <a:cubicBezTo>
                    <a:pt x="104" y="1"/>
                    <a:pt x="104" y="1"/>
                    <a:pt x="104" y="1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6" y="18"/>
                    <a:pt x="64" y="20"/>
                    <a:pt x="61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58" y="23"/>
                    <a:pt x="55" y="22"/>
                    <a:pt x="52" y="20"/>
                  </a:cubicBezTo>
                  <a:lnTo>
                    <a:pt x="40" y="11"/>
                  </a:lnTo>
                  <a:close/>
                  <a:moveTo>
                    <a:pt x="121" y="49"/>
                  </a:moveTo>
                  <a:cubicBezTo>
                    <a:pt x="140" y="70"/>
                    <a:pt x="139" y="102"/>
                    <a:pt x="118" y="120"/>
                  </a:cubicBezTo>
                  <a:cubicBezTo>
                    <a:pt x="98" y="139"/>
                    <a:pt x="66" y="138"/>
                    <a:pt x="47" y="118"/>
                  </a:cubicBezTo>
                  <a:cubicBezTo>
                    <a:pt x="29" y="97"/>
                    <a:pt x="30" y="66"/>
                    <a:pt x="50" y="47"/>
                  </a:cubicBezTo>
                  <a:cubicBezTo>
                    <a:pt x="70" y="28"/>
                    <a:pt x="102" y="29"/>
                    <a:pt x="121" y="49"/>
                  </a:cubicBezTo>
                  <a:close/>
                </a:path>
              </a:pathLst>
            </a:custGeom>
            <a:solidFill>
              <a:srgbClr val="E4E4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8132921" y="893221"/>
              <a:ext cx="947944" cy="944653"/>
            </a:xfrm>
            <a:custGeom>
              <a:avLst/>
              <a:gdLst/>
              <a:ahLst/>
              <a:cxnLst/>
              <a:rect l="l" t="t" r="r" b="b"/>
              <a:pathLst>
                <a:path w="248" h="248">
                  <a:moveTo>
                    <a:pt x="59" y="17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7" y="74"/>
                    <a:pt x="38" y="79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4" y="88"/>
                    <a:pt x="30" y="91"/>
                    <a:pt x="25" y="91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23" y="149"/>
                    <a:pt x="23" y="149"/>
                    <a:pt x="23" y="149"/>
                  </a:cubicBezTo>
                  <a:cubicBezTo>
                    <a:pt x="28" y="150"/>
                    <a:pt x="31" y="153"/>
                    <a:pt x="33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35" y="162"/>
                    <a:pt x="34" y="167"/>
                    <a:pt x="31" y="171"/>
                  </a:cubicBezTo>
                  <a:cubicBezTo>
                    <a:pt x="17" y="189"/>
                    <a:pt x="17" y="189"/>
                    <a:pt x="17" y="189"/>
                  </a:cubicBezTo>
                  <a:cubicBezTo>
                    <a:pt x="34" y="207"/>
                    <a:pt x="34" y="207"/>
                    <a:pt x="34" y="207"/>
                  </a:cubicBezTo>
                  <a:cubicBezTo>
                    <a:pt x="51" y="226"/>
                    <a:pt x="51" y="226"/>
                    <a:pt x="51" y="226"/>
                  </a:cubicBezTo>
                  <a:cubicBezTo>
                    <a:pt x="70" y="213"/>
                    <a:pt x="70" y="213"/>
                    <a:pt x="70" y="213"/>
                  </a:cubicBezTo>
                  <a:cubicBezTo>
                    <a:pt x="74" y="211"/>
                    <a:pt x="79" y="210"/>
                    <a:pt x="84" y="212"/>
                  </a:cubicBezTo>
                  <a:cubicBezTo>
                    <a:pt x="84" y="212"/>
                    <a:pt x="84" y="212"/>
                    <a:pt x="84" y="212"/>
                  </a:cubicBezTo>
                  <a:cubicBezTo>
                    <a:pt x="88" y="214"/>
                    <a:pt x="91" y="218"/>
                    <a:pt x="92" y="223"/>
                  </a:cubicBezTo>
                  <a:cubicBezTo>
                    <a:pt x="95" y="246"/>
                    <a:pt x="95" y="246"/>
                    <a:pt x="95" y="246"/>
                  </a:cubicBezTo>
                  <a:cubicBezTo>
                    <a:pt x="145" y="248"/>
                    <a:pt x="145" y="248"/>
                    <a:pt x="145" y="248"/>
                  </a:cubicBezTo>
                  <a:cubicBezTo>
                    <a:pt x="149" y="225"/>
                    <a:pt x="149" y="225"/>
                    <a:pt x="149" y="225"/>
                  </a:cubicBezTo>
                  <a:cubicBezTo>
                    <a:pt x="150" y="220"/>
                    <a:pt x="154" y="217"/>
                    <a:pt x="158" y="215"/>
                  </a:cubicBezTo>
                  <a:cubicBezTo>
                    <a:pt x="158" y="215"/>
                    <a:pt x="158" y="215"/>
                    <a:pt x="158" y="215"/>
                  </a:cubicBezTo>
                  <a:cubicBezTo>
                    <a:pt x="163" y="213"/>
                    <a:pt x="167" y="214"/>
                    <a:pt x="171" y="217"/>
                  </a:cubicBezTo>
                  <a:cubicBezTo>
                    <a:pt x="189" y="231"/>
                    <a:pt x="189" y="231"/>
                    <a:pt x="189" y="231"/>
                  </a:cubicBezTo>
                  <a:cubicBezTo>
                    <a:pt x="226" y="197"/>
                    <a:pt x="226" y="197"/>
                    <a:pt x="226" y="197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1" y="174"/>
                    <a:pt x="211" y="169"/>
                    <a:pt x="213" y="165"/>
                  </a:cubicBezTo>
                  <a:cubicBezTo>
                    <a:pt x="213" y="164"/>
                    <a:pt x="213" y="164"/>
                    <a:pt x="213" y="164"/>
                  </a:cubicBezTo>
                  <a:cubicBezTo>
                    <a:pt x="215" y="160"/>
                    <a:pt x="219" y="157"/>
                    <a:pt x="223" y="156"/>
                  </a:cubicBezTo>
                  <a:cubicBezTo>
                    <a:pt x="246" y="153"/>
                    <a:pt x="246" y="153"/>
                    <a:pt x="246" y="153"/>
                  </a:cubicBezTo>
                  <a:cubicBezTo>
                    <a:pt x="248" y="103"/>
                    <a:pt x="248" y="103"/>
                    <a:pt x="248" y="103"/>
                  </a:cubicBezTo>
                  <a:cubicBezTo>
                    <a:pt x="225" y="99"/>
                    <a:pt x="225" y="99"/>
                    <a:pt x="225" y="99"/>
                  </a:cubicBezTo>
                  <a:cubicBezTo>
                    <a:pt x="221" y="98"/>
                    <a:pt x="217" y="94"/>
                    <a:pt x="215" y="90"/>
                  </a:cubicBezTo>
                  <a:cubicBezTo>
                    <a:pt x="215" y="90"/>
                    <a:pt x="215" y="90"/>
                    <a:pt x="215" y="90"/>
                  </a:cubicBezTo>
                  <a:cubicBezTo>
                    <a:pt x="214" y="86"/>
                    <a:pt x="214" y="81"/>
                    <a:pt x="217" y="77"/>
                  </a:cubicBezTo>
                  <a:cubicBezTo>
                    <a:pt x="231" y="59"/>
                    <a:pt x="231" y="59"/>
                    <a:pt x="231" y="59"/>
                  </a:cubicBezTo>
                  <a:cubicBezTo>
                    <a:pt x="214" y="40"/>
                    <a:pt x="214" y="40"/>
                    <a:pt x="214" y="40"/>
                  </a:cubicBezTo>
                  <a:cubicBezTo>
                    <a:pt x="197" y="22"/>
                    <a:pt x="197" y="22"/>
                    <a:pt x="197" y="22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4" y="37"/>
                    <a:pt x="169" y="37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0" y="33"/>
                    <a:pt x="157" y="30"/>
                    <a:pt x="157" y="25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8" y="27"/>
                    <a:pt x="95" y="31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86" y="34"/>
                    <a:pt x="81" y="34"/>
                    <a:pt x="77" y="31"/>
                  </a:cubicBezTo>
                  <a:lnTo>
                    <a:pt x="59" y="17"/>
                  </a:lnTo>
                  <a:close/>
                  <a:moveTo>
                    <a:pt x="178" y="74"/>
                  </a:moveTo>
                  <a:cubicBezTo>
                    <a:pt x="206" y="104"/>
                    <a:pt x="204" y="150"/>
                    <a:pt x="174" y="178"/>
                  </a:cubicBezTo>
                  <a:cubicBezTo>
                    <a:pt x="145" y="206"/>
                    <a:pt x="98" y="204"/>
                    <a:pt x="70" y="174"/>
                  </a:cubicBezTo>
                  <a:cubicBezTo>
                    <a:pt x="42" y="144"/>
                    <a:pt x="44" y="98"/>
                    <a:pt x="74" y="70"/>
                  </a:cubicBezTo>
                  <a:cubicBezTo>
                    <a:pt x="104" y="42"/>
                    <a:pt x="151" y="44"/>
                    <a:pt x="178" y="74"/>
                  </a:cubicBezTo>
                  <a:close/>
                </a:path>
              </a:pathLst>
            </a:custGeom>
            <a:solidFill>
              <a:srgbClr val="E4E4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5889782" y="4192923"/>
              <a:ext cx="5045828" cy="130014"/>
            </a:xfrm>
            <a:custGeom>
              <a:avLst/>
              <a:gdLst/>
              <a:ahLst/>
              <a:cxnLst/>
              <a:rect l="l" t="t" r="r" b="b"/>
              <a:pathLst>
                <a:path w="1320" h="34">
                  <a:moveTo>
                    <a:pt x="17" y="34"/>
                  </a:moveTo>
                  <a:cubicBezTo>
                    <a:pt x="1303" y="34"/>
                    <a:pt x="1303" y="34"/>
                    <a:pt x="1303" y="34"/>
                  </a:cubicBezTo>
                  <a:cubicBezTo>
                    <a:pt x="1313" y="34"/>
                    <a:pt x="1320" y="27"/>
                    <a:pt x="1320" y="17"/>
                  </a:cubicBezTo>
                  <a:cubicBezTo>
                    <a:pt x="1320" y="8"/>
                    <a:pt x="1313" y="0"/>
                    <a:pt x="130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4"/>
                    <a:pt x="17" y="34"/>
                  </a:cubicBezTo>
                  <a:close/>
                </a:path>
              </a:pathLst>
            </a:custGeom>
            <a:solidFill>
              <a:srgbClr val="8686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5893073" y="4285085"/>
              <a:ext cx="5037600" cy="37852"/>
            </a:xfrm>
            <a:custGeom>
              <a:avLst/>
              <a:gdLst/>
              <a:ahLst/>
              <a:cxnLst/>
              <a:rect l="l" t="t" r="r" b="b"/>
              <a:pathLst>
                <a:path w="1318" h="10">
                  <a:moveTo>
                    <a:pt x="0" y="0"/>
                  </a:moveTo>
                  <a:cubicBezTo>
                    <a:pt x="3" y="6"/>
                    <a:pt x="9" y="10"/>
                    <a:pt x="16" y="10"/>
                  </a:cubicBezTo>
                  <a:cubicBezTo>
                    <a:pt x="1302" y="10"/>
                    <a:pt x="1302" y="10"/>
                    <a:pt x="1302" y="10"/>
                  </a:cubicBezTo>
                  <a:cubicBezTo>
                    <a:pt x="1309" y="10"/>
                    <a:pt x="1315" y="6"/>
                    <a:pt x="13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6D6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7403859" y="4123802"/>
              <a:ext cx="1823476" cy="69121"/>
            </a:xfrm>
            <a:prstGeom prst="rect">
              <a:avLst/>
            </a:prstGeom>
            <a:solidFill>
              <a:srgbClr val="C5C4D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7589828" y="4123802"/>
              <a:ext cx="1823476" cy="69121"/>
            </a:xfrm>
            <a:prstGeom prst="rect">
              <a:avLst/>
            </a:prstGeom>
            <a:solidFill>
              <a:srgbClr val="A5A5A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956219" y="1877371"/>
              <a:ext cx="2927766" cy="1826768"/>
            </a:xfrm>
            <a:custGeom>
              <a:avLst/>
              <a:gdLst/>
              <a:ahLst/>
              <a:cxnLst/>
              <a:rect l="l" t="t" r="r" b="b"/>
              <a:pathLst>
                <a:path w="766" h="479">
                  <a:moveTo>
                    <a:pt x="738" y="479"/>
                  </a:moveTo>
                  <a:cubicBezTo>
                    <a:pt x="28" y="479"/>
                    <a:pt x="28" y="479"/>
                    <a:pt x="28" y="479"/>
                  </a:cubicBezTo>
                  <a:cubicBezTo>
                    <a:pt x="12" y="479"/>
                    <a:pt x="0" y="467"/>
                    <a:pt x="0" y="45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53" y="0"/>
                    <a:pt x="766" y="13"/>
                    <a:pt x="766" y="28"/>
                  </a:cubicBezTo>
                  <a:cubicBezTo>
                    <a:pt x="766" y="451"/>
                    <a:pt x="766" y="451"/>
                    <a:pt x="766" y="451"/>
                  </a:cubicBezTo>
                  <a:cubicBezTo>
                    <a:pt x="766" y="467"/>
                    <a:pt x="753" y="479"/>
                    <a:pt x="738" y="479"/>
                  </a:cubicBezTo>
                </a:path>
              </a:pathLst>
            </a:custGeom>
            <a:solidFill>
              <a:srgbClr val="3E47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956219" y="1877371"/>
              <a:ext cx="2927766" cy="190905"/>
            </a:xfrm>
            <a:custGeom>
              <a:avLst/>
              <a:gdLst/>
              <a:ahLst/>
              <a:cxnLst/>
              <a:rect l="l" t="t" r="r" b="b"/>
              <a:pathLst>
                <a:path w="766" h="50">
                  <a:moveTo>
                    <a:pt x="766" y="50"/>
                  </a:moveTo>
                  <a:cubicBezTo>
                    <a:pt x="766" y="26"/>
                    <a:pt x="766" y="26"/>
                    <a:pt x="766" y="26"/>
                  </a:cubicBezTo>
                  <a:cubicBezTo>
                    <a:pt x="766" y="12"/>
                    <a:pt x="754" y="0"/>
                    <a:pt x="74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50"/>
                    <a:pt x="0" y="50"/>
                    <a:pt x="0" y="50"/>
                  </a:cubicBezTo>
                  <a:lnTo>
                    <a:pt x="766" y="50"/>
                  </a:lnTo>
                  <a:close/>
                </a:path>
              </a:pathLst>
            </a:custGeom>
            <a:solidFill>
              <a:srgbClr val="A7A6B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8649682" y="2815441"/>
              <a:ext cx="404851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8649682" y="2948746"/>
              <a:ext cx="503595" cy="69121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9204295" y="2948746"/>
              <a:ext cx="248507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8649682" y="3082051"/>
              <a:ext cx="199135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8916292" y="3082051"/>
              <a:ext cx="742228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8916292" y="3082051"/>
              <a:ext cx="742228" cy="69121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9146695" y="2815441"/>
              <a:ext cx="232049" cy="69121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8649682" y="2185125"/>
              <a:ext cx="404851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8649682" y="2320075"/>
              <a:ext cx="503595" cy="67476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9204295" y="2320075"/>
              <a:ext cx="248507" cy="67476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8649682" y="2453379"/>
              <a:ext cx="199135" cy="67476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8916292" y="2453379"/>
              <a:ext cx="742228" cy="67476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9146695" y="2185125"/>
              <a:ext cx="232049" cy="69121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7280430" y="2815441"/>
              <a:ext cx="406497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7280430" y="2948746"/>
              <a:ext cx="501950" cy="69121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7835042" y="2948746"/>
              <a:ext cx="248507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7280430" y="3082051"/>
              <a:ext cx="199135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7548684" y="3082051"/>
              <a:ext cx="737290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7777442" y="2815441"/>
              <a:ext cx="233695" cy="69121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7280430" y="2185125"/>
              <a:ext cx="406497" cy="69121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7280430" y="2320075"/>
              <a:ext cx="501950" cy="67476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7835042" y="2320075"/>
              <a:ext cx="248507" cy="67476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7280430" y="2453379"/>
              <a:ext cx="199135" cy="67476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7548684" y="2453379"/>
              <a:ext cx="737290" cy="67476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7777442" y="2185125"/>
              <a:ext cx="233695" cy="69121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6890390" y="1816480"/>
              <a:ext cx="3054487" cy="1948552"/>
            </a:xfrm>
            <a:custGeom>
              <a:avLst/>
              <a:gdLst/>
              <a:ahLst/>
              <a:cxnLst/>
              <a:rect l="l" t="t" r="r" b="b"/>
              <a:pathLst>
                <a:path w="799" h="511">
                  <a:moveTo>
                    <a:pt x="745" y="511"/>
                  </a:moveTo>
                  <a:cubicBezTo>
                    <a:pt x="54" y="511"/>
                    <a:pt x="54" y="511"/>
                    <a:pt x="54" y="511"/>
                  </a:cubicBezTo>
                  <a:cubicBezTo>
                    <a:pt x="25" y="511"/>
                    <a:pt x="0" y="487"/>
                    <a:pt x="0" y="458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745" y="0"/>
                    <a:pt x="745" y="0"/>
                    <a:pt x="745" y="0"/>
                  </a:cubicBezTo>
                  <a:cubicBezTo>
                    <a:pt x="775" y="0"/>
                    <a:pt x="799" y="24"/>
                    <a:pt x="799" y="54"/>
                  </a:cubicBezTo>
                  <a:cubicBezTo>
                    <a:pt x="799" y="458"/>
                    <a:pt x="799" y="458"/>
                    <a:pt x="799" y="458"/>
                  </a:cubicBezTo>
                  <a:cubicBezTo>
                    <a:pt x="799" y="487"/>
                    <a:pt x="775" y="511"/>
                    <a:pt x="745" y="511"/>
                  </a:cubicBezTo>
                  <a:moveTo>
                    <a:pt x="54" y="32"/>
                  </a:moveTo>
                  <a:cubicBezTo>
                    <a:pt x="42" y="32"/>
                    <a:pt x="33" y="42"/>
                    <a:pt x="33" y="54"/>
                  </a:cubicBezTo>
                  <a:cubicBezTo>
                    <a:pt x="33" y="386"/>
                    <a:pt x="33" y="386"/>
                    <a:pt x="33" y="386"/>
                  </a:cubicBezTo>
                  <a:cubicBezTo>
                    <a:pt x="33" y="398"/>
                    <a:pt x="42" y="408"/>
                    <a:pt x="54" y="408"/>
                  </a:cubicBezTo>
                  <a:cubicBezTo>
                    <a:pt x="745" y="408"/>
                    <a:pt x="745" y="408"/>
                    <a:pt x="745" y="408"/>
                  </a:cubicBezTo>
                  <a:cubicBezTo>
                    <a:pt x="757" y="408"/>
                    <a:pt x="767" y="398"/>
                    <a:pt x="767" y="386"/>
                  </a:cubicBezTo>
                  <a:cubicBezTo>
                    <a:pt x="767" y="54"/>
                    <a:pt x="767" y="54"/>
                    <a:pt x="767" y="54"/>
                  </a:cubicBezTo>
                  <a:cubicBezTo>
                    <a:pt x="767" y="42"/>
                    <a:pt x="757" y="32"/>
                    <a:pt x="745" y="32"/>
                  </a:cubicBezTo>
                  <a:cubicBezTo>
                    <a:pt x="54" y="32"/>
                    <a:pt x="54" y="32"/>
                    <a:pt x="54" y="32"/>
                  </a:cubicBezTo>
                </a:path>
              </a:pathLst>
            </a:custGeom>
            <a:solidFill>
              <a:srgbClr val="8686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9424824" y="3142943"/>
              <a:ext cx="106973" cy="8229"/>
            </a:xfrm>
            <a:custGeom>
              <a:avLst/>
              <a:gdLst/>
              <a:ahLst/>
              <a:cxnLst/>
              <a:rect l="l" t="t" r="r" b="b"/>
              <a:pathLst>
                <a:path w="28" h="2">
                  <a:moveTo>
                    <a:pt x="14" y="0"/>
                  </a:moveTo>
                  <a:cubicBezTo>
                    <a:pt x="9" y="0"/>
                    <a:pt x="4" y="1"/>
                    <a:pt x="0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4" y="1"/>
                    <a:pt x="19" y="0"/>
                    <a:pt x="14" y="0"/>
                  </a:cubicBezTo>
                </a:path>
              </a:pathLst>
            </a:custGeom>
            <a:solidFill>
              <a:srgbClr val="D2D2D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9268479" y="3371700"/>
              <a:ext cx="653358" cy="386749"/>
            </a:xfrm>
            <a:custGeom>
              <a:avLst/>
              <a:gdLst/>
              <a:ahLst/>
              <a:cxnLst/>
              <a:rect l="l" t="t" r="r" b="b"/>
              <a:pathLst>
                <a:path w="171" h="100">
                  <a:moveTo>
                    <a:pt x="11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3"/>
                    <a:pt x="8" y="26"/>
                    <a:pt x="18" y="35"/>
                  </a:cubicBezTo>
                  <a:cubicBezTo>
                    <a:pt x="28" y="45"/>
                    <a:pt x="41" y="50"/>
                    <a:pt x="55" y="50"/>
                  </a:cubicBezTo>
                  <a:cubicBezTo>
                    <a:pt x="60" y="50"/>
                    <a:pt x="66" y="49"/>
                    <a:pt x="71" y="47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138" y="101"/>
                    <a:pt x="138" y="101"/>
                    <a:pt x="138" y="101"/>
                  </a:cubicBezTo>
                  <a:cubicBezTo>
                    <a:pt x="153" y="97"/>
                    <a:pt x="165" y="87"/>
                    <a:pt x="171" y="7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8" y="7"/>
                    <a:pt x="108" y="7"/>
                    <a:pt x="108" y="7"/>
                  </a:cubicBezTo>
                  <a:cubicBezTo>
                    <a:pt x="109" y="5"/>
                    <a:pt x="109" y="2"/>
                    <a:pt x="110" y="0"/>
                  </a:cubicBezTo>
                </a:path>
              </a:pathLst>
            </a:custGeom>
            <a:solidFill>
              <a:srgbClr val="6F6F7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7017112" y="1906995"/>
              <a:ext cx="2805981" cy="115202"/>
            </a:xfrm>
            <a:custGeom>
              <a:avLst/>
              <a:gdLst/>
              <a:ahLst/>
              <a:cxnLst/>
              <a:rect l="l" t="t" r="r" b="b"/>
              <a:pathLst>
                <a:path w="734" h="30">
                  <a:moveTo>
                    <a:pt x="71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8"/>
                    <a:pt x="9" y="8"/>
                    <a:pt x="21" y="8"/>
                  </a:cubicBezTo>
                  <a:cubicBezTo>
                    <a:pt x="712" y="8"/>
                    <a:pt x="712" y="8"/>
                    <a:pt x="712" y="8"/>
                  </a:cubicBezTo>
                  <a:cubicBezTo>
                    <a:pt x="724" y="8"/>
                    <a:pt x="734" y="18"/>
                    <a:pt x="734" y="30"/>
                  </a:cubicBezTo>
                  <a:cubicBezTo>
                    <a:pt x="734" y="22"/>
                    <a:pt x="734" y="22"/>
                    <a:pt x="734" y="22"/>
                  </a:cubicBezTo>
                  <a:cubicBezTo>
                    <a:pt x="734" y="10"/>
                    <a:pt x="724" y="0"/>
                    <a:pt x="712" y="0"/>
                  </a:cubicBezTo>
                  <a:close/>
                </a:path>
              </a:pathLst>
            </a:custGeom>
            <a:solidFill>
              <a:srgbClr val="6D6D6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6890390" y="3532982"/>
              <a:ext cx="3054487" cy="232049"/>
            </a:xfrm>
            <a:custGeom>
              <a:avLst/>
              <a:gdLst/>
              <a:ahLst/>
              <a:cxnLst/>
              <a:rect l="l" t="t" r="r" b="b"/>
              <a:pathLst>
                <a:path w="799" h="61">
                  <a:moveTo>
                    <a:pt x="745" y="54"/>
                  </a:moveTo>
                  <a:cubicBezTo>
                    <a:pt x="54" y="54"/>
                    <a:pt x="54" y="54"/>
                    <a:pt x="54" y="54"/>
                  </a:cubicBezTo>
                  <a:cubicBezTo>
                    <a:pt x="25" y="54"/>
                    <a:pt x="0" y="29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7"/>
                    <a:pt x="25" y="61"/>
                    <a:pt x="54" y="61"/>
                  </a:cubicBezTo>
                  <a:cubicBezTo>
                    <a:pt x="745" y="61"/>
                    <a:pt x="745" y="61"/>
                    <a:pt x="745" y="61"/>
                  </a:cubicBezTo>
                  <a:cubicBezTo>
                    <a:pt x="775" y="61"/>
                    <a:pt x="799" y="37"/>
                    <a:pt x="799" y="8"/>
                  </a:cubicBezTo>
                  <a:cubicBezTo>
                    <a:pt x="799" y="0"/>
                    <a:pt x="799" y="0"/>
                    <a:pt x="799" y="0"/>
                  </a:cubicBezTo>
                  <a:cubicBezTo>
                    <a:pt x="799" y="29"/>
                    <a:pt x="775" y="54"/>
                    <a:pt x="745" y="54"/>
                  </a:cubicBezTo>
                  <a:close/>
                </a:path>
              </a:pathLst>
            </a:custGeom>
            <a:solidFill>
              <a:srgbClr val="6D6D6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9627250" y="1976116"/>
              <a:ext cx="62538" cy="60893"/>
            </a:xfrm>
            <a:prstGeom prst="ellipse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9520276" y="1976116"/>
              <a:ext cx="62538" cy="60893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9413304" y="1976116"/>
              <a:ext cx="62538" cy="60893"/>
            </a:xfrm>
            <a:prstGeom prst="ellipse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6696193" y="2598204"/>
              <a:ext cx="768559" cy="1594719"/>
            </a:xfrm>
            <a:custGeom>
              <a:avLst/>
              <a:gdLst/>
              <a:ahLst/>
              <a:cxnLst/>
              <a:rect l="l" t="t" r="r" b="b"/>
              <a:pathLst>
                <a:path w="467" h="969">
                  <a:moveTo>
                    <a:pt x="65" y="969"/>
                  </a:moveTo>
                  <a:lnTo>
                    <a:pt x="467" y="23"/>
                  </a:lnTo>
                  <a:lnTo>
                    <a:pt x="413" y="0"/>
                  </a:lnTo>
                  <a:lnTo>
                    <a:pt x="0" y="969"/>
                  </a:lnTo>
                  <a:lnTo>
                    <a:pt x="65" y="969"/>
                  </a:lnTo>
                  <a:close/>
                </a:path>
              </a:pathLst>
            </a:cu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6806458" y="2876334"/>
              <a:ext cx="473972" cy="98744"/>
            </a:xfrm>
            <a:custGeom>
              <a:avLst/>
              <a:gdLst/>
              <a:ahLst/>
              <a:cxnLst/>
              <a:rect l="l" t="t" r="r" b="b"/>
              <a:pathLst>
                <a:path w="124" h="26"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26"/>
                    <a:pt x="124" y="26"/>
                    <a:pt x="124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</a:path>
              </a:pathLst>
            </a:cu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6676444" y="3226875"/>
              <a:ext cx="470681" cy="100390"/>
            </a:xfrm>
            <a:prstGeom prst="rect">
              <a:avLst/>
            </a:pr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6523391" y="3579063"/>
              <a:ext cx="482201" cy="98744"/>
            </a:xfrm>
            <a:prstGeom prst="rect">
              <a:avLst/>
            </a:pr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6383503" y="3929605"/>
              <a:ext cx="465744" cy="98744"/>
            </a:xfrm>
            <a:prstGeom prst="rect">
              <a:avLst/>
            </a:pr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9329371" y="2991536"/>
              <a:ext cx="952882" cy="1212908"/>
            </a:xfrm>
            <a:custGeom>
              <a:avLst/>
              <a:gdLst/>
              <a:ahLst/>
              <a:cxnLst/>
              <a:rect l="l" t="t" r="r" b="b"/>
              <a:pathLst>
                <a:path w="249" h="318">
                  <a:moveTo>
                    <a:pt x="242" y="282"/>
                  </a:moveTo>
                  <a:cubicBezTo>
                    <a:pt x="104" y="86"/>
                    <a:pt x="104" y="86"/>
                    <a:pt x="104" y="86"/>
                  </a:cubicBezTo>
                  <a:cubicBezTo>
                    <a:pt x="107" y="79"/>
                    <a:pt x="107" y="79"/>
                    <a:pt x="107" y="79"/>
                  </a:cubicBezTo>
                  <a:cubicBezTo>
                    <a:pt x="115" y="61"/>
                    <a:pt x="113" y="41"/>
                    <a:pt x="102" y="25"/>
                  </a:cubicBezTo>
                  <a:cubicBezTo>
                    <a:pt x="91" y="9"/>
                    <a:pt x="72" y="0"/>
                    <a:pt x="53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42" y="76"/>
                    <a:pt x="42" y="76"/>
                    <a:pt x="42" y="76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0" y="51"/>
                    <a:pt x="1" y="72"/>
                    <a:pt x="13" y="88"/>
                  </a:cubicBezTo>
                  <a:cubicBezTo>
                    <a:pt x="24" y="104"/>
                    <a:pt x="43" y="113"/>
                    <a:pt x="62" y="111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208" y="306"/>
                    <a:pt x="208" y="306"/>
                    <a:pt x="208" y="306"/>
                  </a:cubicBezTo>
                  <a:cubicBezTo>
                    <a:pt x="214" y="316"/>
                    <a:pt x="228" y="318"/>
                    <a:pt x="237" y="311"/>
                  </a:cubicBezTo>
                  <a:cubicBezTo>
                    <a:pt x="247" y="305"/>
                    <a:pt x="249" y="291"/>
                    <a:pt x="242" y="282"/>
                  </a:cubicBezTo>
                  <a:close/>
                </a:path>
              </a:pathLst>
            </a:custGeom>
            <a:solidFill>
              <a:srgbClr val="ADADA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9666748" y="3391449"/>
              <a:ext cx="534865" cy="717541"/>
            </a:xfrm>
            <a:custGeom>
              <a:avLst/>
              <a:gdLst/>
              <a:ahLst/>
              <a:cxnLst/>
              <a:rect l="l" t="t" r="r" b="b"/>
              <a:pathLst>
                <a:path w="140" h="188">
                  <a:moveTo>
                    <a:pt x="134" y="184"/>
                  </a:moveTo>
                  <a:cubicBezTo>
                    <a:pt x="134" y="184"/>
                    <a:pt x="134" y="184"/>
                    <a:pt x="134" y="184"/>
                  </a:cubicBezTo>
                  <a:cubicBezTo>
                    <a:pt x="129" y="188"/>
                    <a:pt x="122" y="187"/>
                    <a:pt x="119" y="182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0" y="13"/>
                    <a:pt x="1" y="6"/>
                    <a:pt x="6" y="3"/>
                  </a:cubicBezTo>
                  <a:cubicBezTo>
                    <a:pt x="11" y="0"/>
                    <a:pt x="17" y="1"/>
                    <a:pt x="20" y="5"/>
                  </a:cubicBezTo>
                  <a:cubicBezTo>
                    <a:pt x="136" y="170"/>
                    <a:pt x="136" y="170"/>
                    <a:pt x="136" y="170"/>
                  </a:cubicBezTo>
                  <a:cubicBezTo>
                    <a:pt x="140" y="175"/>
                    <a:pt x="138" y="181"/>
                    <a:pt x="134" y="184"/>
                  </a:cubicBezTo>
                  <a:close/>
                </a:path>
              </a:pathLst>
            </a:custGeom>
            <a:solidFill>
              <a:srgbClr val="8686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8401176" y="4421680"/>
              <a:ext cx="783371" cy="1267217"/>
            </a:xfrm>
            <a:custGeom>
              <a:avLst/>
              <a:gdLst/>
              <a:ahLst/>
              <a:cxnLst/>
              <a:rect l="l" t="t" r="r" b="b"/>
              <a:pathLst>
                <a:path w="205" h="332">
                  <a:moveTo>
                    <a:pt x="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128" y="0"/>
                    <a:pt x="131" y="0"/>
                    <a:pt x="133" y="1"/>
                  </a:cubicBezTo>
                  <a:cubicBezTo>
                    <a:pt x="176" y="5"/>
                    <a:pt x="205" y="48"/>
                    <a:pt x="195" y="90"/>
                  </a:cubicBezTo>
                  <a:cubicBezTo>
                    <a:pt x="143" y="332"/>
                    <a:pt x="143" y="332"/>
                    <a:pt x="143" y="332"/>
                  </a:cubicBezTo>
                  <a:cubicBezTo>
                    <a:pt x="68" y="332"/>
                    <a:pt x="68" y="332"/>
                    <a:pt x="68" y="332"/>
                  </a:cubicBezTo>
                  <a:cubicBezTo>
                    <a:pt x="104" y="102"/>
                    <a:pt x="104" y="102"/>
                    <a:pt x="104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68394">
                <a:alpha val="100000"/>
                <a:lumMod val="75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8661202" y="5688897"/>
              <a:ext cx="492076" cy="190905"/>
            </a:xfrm>
            <a:custGeom>
              <a:avLst/>
              <a:gdLst/>
              <a:ahLst/>
              <a:cxnLst/>
              <a:rect l="l" t="t" r="r" b="b"/>
              <a:pathLst>
                <a:path w="129" h="50">
                  <a:moveTo>
                    <a:pt x="0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129" y="6"/>
                    <a:pt x="129" y="50"/>
                  </a:cubicBezTo>
                  <a:cubicBezTo>
                    <a:pt x="0" y="50"/>
                    <a:pt x="0" y="50"/>
                    <a:pt x="0" y="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31D0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7644137" y="4421680"/>
              <a:ext cx="783371" cy="1267217"/>
            </a:xfrm>
            <a:custGeom>
              <a:avLst/>
              <a:gdLst/>
              <a:ahLst/>
              <a:cxnLst/>
              <a:rect l="l" t="t" r="r" b="b"/>
              <a:pathLst>
                <a:path w="205" h="332">
                  <a:moveTo>
                    <a:pt x="205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6" y="0"/>
                    <a:pt x="74" y="0"/>
                    <a:pt x="71" y="1"/>
                  </a:cubicBezTo>
                  <a:cubicBezTo>
                    <a:pt x="28" y="5"/>
                    <a:pt x="0" y="48"/>
                    <a:pt x="10" y="90"/>
                  </a:cubicBezTo>
                  <a:cubicBezTo>
                    <a:pt x="62" y="332"/>
                    <a:pt x="62" y="332"/>
                    <a:pt x="62" y="332"/>
                  </a:cubicBezTo>
                  <a:cubicBezTo>
                    <a:pt x="136" y="332"/>
                    <a:pt x="136" y="332"/>
                    <a:pt x="136" y="332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205" y="102"/>
                    <a:pt x="205" y="102"/>
                    <a:pt x="205" y="102"/>
                  </a:cubicBezTo>
                  <a:cubicBezTo>
                    <a:pt x="205" y="0"/>
                    <a:pt x="205" y="0"/>
                    <a:pt x="205" y="0"/>
                  </a:cubicBezTo>
                </a:path>
              </a:pathLst>
            </a:custGeom>
            <a:solidFill>
              <a:srgbClr val="768394">
                <a:alpha val="100000"/>
                <a:lumMod val="75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7935433" y="2711760"/>
              <a:ext cx="197488" cy="294587"/>
            </a:xfrm>
            <a:custGeom>
              <a:avLst/>
              <a:gdLst/>
              <a:ahLst/>
              <a:cxnLst/>
              <a:rect l="l" t="t" r="r" b="b"/>
              <a:pathLst>
                <a:path w="52" h="77">
                  <a:moveTo>
                    <a:pt x="52" y="25"/>
                  </a:moveTo>
                  <a:cubicBezTo>
                    <a:pt x="52" y="25"/>
                    <a:pt x="36" y="0"/>
                    <a:pt x="18" y="14"/>
                  </a:cubicBezTo>
                  <a:cubicBezTo>
                    <a:pt x="0" y="27"/>
                    <a:pt x="19" y="77"/>
                    <a:pt x="52" y="69"/>
                  </a:cubicBezTo>
                  <a:lnTo>
                    <a:pt x="52" y="25"/>
                  </a:lnTo>
                  <a:close/>
                </a:path>
              </a:pathLst>
            </a:custGeom>
            <a:solidFill>
              <a:srgbClr val="EDAC7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7979867" y="2784173"/>
              <a:ext cx="153054" cy="184322"/>
            </a:xfrm>
            <a:custGeom>
              <a:avLst/>
              <a:gdLst/>
              <a:ahLst/>
              <a:cxnLst/>
              <a:rect l="l" t="t" r="r" b="b"/>
              <a:pathLst>
                <a:path w="40" h="48">
                  <a:moveTo>
                    <a:pt x="40" y="23"/>
                  </a:moveTo>
                  <a:cubicBezTo>
                    <a:pt x="40" y="45"/>
                    <a:pt x="40" y="45"/>
                    <a:pt x="40" y="45"/>
                  </a:cubicBezTo>
                  <a:cubicBezTo>
                    <a:pt x="12" y="48"/>
                    <a:pt x="0" y="8"/>
                    <a:pt x="13" y="3"/>
                  </a:cubicBezTo>
                  <a:cubicBezTo>
                    <a:pt x="24" y="0"/>
                    <a:pt x="35" y="15"/>
                    <a:pt x="40" y="23"/>
                  </a:cubicBezTo>
                  <a:close/>
                </a:path>
              </a:pathLst>
            </a:custGeom>
            <a:solidFill>
              <a:srgbClr val="F7A58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8011137" y="2789109"/>
              <a:ext cx="121784" cy="83933"/>
            </a:xfrm>
            <a:custGeom>
              <a:avLst/>
              <a:gdLst/>
              <a:ahLst/>
              <a:cxnLst/>
              <a:rect l="l" t="t" r="r" b="b"/>
              <a:pathLst>
                <a:path w="32" h="22"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2" y="6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1" y="4"/>
                    <a:pt x="14" y="5"/>
                    <a:pt x="16" y="7"/>
                  </a:cubicBezTo>
                  <a:cubicBezTo>
                    <a:pt x="17" y="7"/>
                    <a:pt x="18" y="8"/>
                    <a:pt x="19" y="9"/>
                  </a:cubicBezTo>
                  <a:cubicBezTo>
                    <a:pt x="20" y="10"/>
                    <a:pt x="21" y="11"/>
                    <a:pt x="22" y="12"/>
                  </a:cubicBezTo>
                  <a:cubicBezTo>
                    <a:pt x="24" y="13"/>
                    <a:pt x="26" y="15"/>
                    <a:pt x="27" y="17"/>
                  </a:cubicBezTo>
                  <a:cubicBezTo>
                    <a:pt x="30" y="20"/>
                    <a:pt x="32" y="22"/>
                    <a:pt x="32" y="22"/>
                  </a:cubicBezTo>
                  <a:cubicBezTo>
                    <a:pt x="32" y="22"/>
                    <a:pt x="32" y="21"/>
                    <a:pt x="31" y="20"/>
                  </a:cubicBezTo>
                  <a:cubicBezTo>
                    <a:pt x="31" y="19"/>
                    <a:pt x="30" y="17"/>
                    <a:pt x="29" y="15"/>
                  </a:cubicBezTo>
                  <a:cubicBezTo>
                    <a:pt x="28" y="14"/>
                    <a:pt x="28" y="13"/>
                    <a:pt x="27" y="12"/>
                  </a:cubicBezTo>
                  <a:cubicBezTo>
                    <a:pt x="26" y="11"/>
                    <a:pt x="25" y="10"/>
                    <a:pt x="25" y="9"/>
                  </a:cubicBezTo>
                  <a:cubicBezTo>
                    <a:pt x="23" y="7"/>
                    <a:pt x="21" y="5"/>
                    <a:pt x="18" y="4"/>
                  </a:cubicBezTo>
                  <a:cubicBezTo>
                    <a:pt x="17" y="3"/>
                    <a:pt x="15" y="2"/>
                    <a:pt x="14" y="1"/>
                  </a:cubicBezTo>
                  <a:cubicBezTo>
                    <a:pt x="13" y="1"/>
                    <a:pt x="11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3"/>
                    <a:pt x="2" y="3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8748427" y="2780881"/>
              <a:ext cx="222175" cy="297879"/>
            </a:xfrm>
            <a:custGeom>
              <a:avLst/>
              <a:gdLst/>
              <a:ahLst/>
              <a:cxnLst/>
              <a:rect l="l" t="t" r="r" b="b"/>
              <a:pathLst>
                <a:path w="57" h="78">
                  <a:moveTo>
                    <a:pt x="7" y="22"/>
                  </a:moveTo>
                  <a:cubicBezTo>
                    <a:pt x="7" y="22"/>
                    <a:pt x="27" y="0"/>
                    <a:pt x="43" y="16"/>
                  </a:cubicBezTo>
                  <a:cubicBezTo>
                    <a:pt x="58" y="33"/>
                    <a:pt x="31" y="78"/>
                    <a:pt x="0" y="65"/>
                  </a:cubicBezTo>
                  <a:lnTo>
                    <a:pt x="7" y="22"/>
                  </a:lnTo>
                  <a:close/>
                </a:path>
              </a:pathLst>
            </a:custGeom>
            <a:solidFill>
              <a:srgbClr val="EDAC7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8748427" y="2853294"/>
              <a:ext cx="179386" cy="182677"/>
            </a:xfrm>
            <a:custGeom>
              <a:avLst/>
              <a:gdLst/>
              <a:ahLst/>
              <a:cxnLst/>
              <a:rect l="l" t="t" r="r" b="b"/>
              <a:pathLst>
                <a:path w="47" h="48">
                  <a:moveTo>
                    <a:pt x="4" y="19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28" y="48"/>
                    <a:pt x="47" y="11"/>
                    <a:pt x="34" y="5"/>
                  </a:cubicBezTo>
                  <a:cubicBezTo>
                    <a:pt x="24" y="0"/>
                    <a:pt x="10" y="12"/>
                    <a:pt x="4" y="19"/>
                  </a:cubicBezTo>
                  <a:close/>
                </a:path>
              </a:pathLst>
            </a:custGeom>
            <a:solidFill>
              <a:srgbClr val="F7A58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8764884" y="2861522"/>
              <a:ext cx="128367" cy="64184"/>
            </a:xfrm>
            <a:custGeom>
              <a:avLst/>
              <a:gdLst/>
              <a:ahLst/>
              <a:cxnLst/>
              <a:rect l="l" t="t" r="r" b="b"/>
              <a:pathLst>
                <a:path w="34" h="17">
                  <a:moveTo>
                    <a:pt x="34" y="11"/>
                  </a:move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9"/>
                  </a:cubicBezTo>
                  <a:cubicBezTo>
                    <a:pt x="33" y="8"/>
                    <a:pt x="33" y="6"/>
                    <a:pt x="31" y="5"/>
                  </a:cubicBezTo>
                  <a:cubicBezTo>
                    <a:pt x="31" y="5"/>
                    <a:pt x="31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3" y="3"/>
                    <a:pt x="21" y="4"/>
                    <a:pt x="19" y="5"/>
                  </a:cubicBezTo>
                  <a:cubicBezTo>
                    <a:pt x="17" y="5"/>
                    <a:pt x="16" y="6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0" y="10"/>
                    <a:pt x="8" y="12"/>
                    <a:pt x="6" y="13"/>
                  </a:cubicBezTo>
                  <a:cubicBezTo>
                    <a:pt x="3" y="15"/>
                    <a:pt x="0" y="17"/>
                    <a:pt x="0" y="17"/>
                  </a:cubicBezTo>
                  <a:cubicBezTo>
                    <a:pt x="0" y="17"/>
                    <a:pt x="1" y="16"/>
                    <a:pt x="1" y="15"/>
                  </a:cubicBezTo>
                  <a:cubicBezTo>
                    <a:pt x="2" y="14"/>
                    <a:pt x="3" y="13"/>
                    <a:pt x="4" y="11"/>
                  </a:cubicBezTo>
                  <a:cubicBezTo>
                    <a:pt x="5" y="10"/>
                    <a:pt x="6" y="10"/>
                    <a:pt x="7" y="9"/>
                  </a:cubicBezTo>
                  <a:cubicBezTo>
                    <a:pt x="8" y="8"/>
                    <a:pt x="9" y="7"/>
                    <a:pt x="10" y="6"/>
                  </a:cubicBezTo>
                  <a:cubicBezTo>
                    <a:pt x="12" y="4"/>
                    <a:pt x="14" y="3"/>
                    <a:pt x="17" y="1"/>
                  </a:cubicBezTo>
                  <a:cubicBezTo>
                    <a:pt x="18" y="1"/>
                    <a:pt x="20" y="0"/>
                    <a:pt x="21" y="0"/>
                  </a:cubicBezTo>
                  <a:cubicBezTo>
                    <a:pt x="23" y="0"/>
                    <a:pt x="24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3"/>
                    <a:pt x="33" y="3"/>
                    <a:pt x="33" y="4"/>
                  </a:cubicBezTo>
                  <a:cubicBezTo>
                    <a:pt x="34" y="5"/>
                    <a:pt x="34" y="6"/>
                    <a:pt x="34" y="7"/>
                  </a:cubicBezTo>
                  <a:cubicBezTo>
                    <a:pt x="34" y="8"/>
                    <a:pt x="34" y="8"/>
                    <a:pt x="34" y="9"/>
                  </a:cubicBezTo>
                  <a:cubicBezTo>
                    <a:pt x="34" y="10"/>
                    <a:pt x="34" y="10"/>
                    <a:pt x="34" y="10"/>
                  </a:cubicBezTo>
                  <a:lnTo>
                    <a:pt x="34" y="11"/>
                  </a:ln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8335346" y="3113320"/>
              <a:ext cx="187614" cy="330794"/>
            </a:xfrm>
            <a:custGeom>
              <a:avLst/>
              <a:gdLst/>
              <a:ahLst/>
              <a:cxnLst/>
              <a:rect l="l" t="t" r="r" b="b"/>
              <a:pathLst>
                <a:path w="49" h="87">
                  <a:moveTo>
                    <a:pt x="1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49" y="72"/>
                    <a:pt x="45" y="86"/>
                    <a:pt x="25" y="86"/>
                  </a:cubicBezTo>
                  <a:cubicBezTo>
                    <a:pt x="5" y="87"/>
                    <a:pt x="0" y="72"/>
                    <a:pt x="0" y="72"/>
                  </a:cubicBezTo>
                  <a:cubicBezTo>
                    <a:pt x="0" y="7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DAC7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8335346" y="3113320"/>
              <a:ext cx="187614" cy="330794"/>
            </a:xfrm>
            <a:custGeom>
              <a:avLst/>
              <a:gdLst/>
              <a:ahLst/>
              <a:cxnLst/>
              <a:rect l="l" t="t" r="r" b="b"/>
              <a:pathLst>
                <a:path w="49" h="87">
                  <a:moveTo>
                    <a:pt x="1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49" y="72"/>
                    <a:pt x="45" y="86"/>
                    <a:pt x="25" y="86"/>
                  </a:cubicBezTo>
                  <a:cubicBezTo>
                    <a:pt x="5" y="87"/>
                    <a:pt x="0" y="72"/>
                    <a:pt x="0" y="72"/>
                  </a:cubicBezTo>
                  <a:cubicBezTo>
                    <a:pt x="0" y="7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8340284" y="3154463"/>
              <a:ext cx="182677" cy="92161"/>
            </a:xfrm>
            <a:custGeom>
              <a:avLst/>
              <a:gdLst/>
              <a:ahLst/>
              <a:cxnLst/>
              <a:rect l="l" t="t" r="r" b="b"/>
              <a:pathLst>
                <a:path w="48" h="24">
                  <a:moveTo>
                    <a:pt x="3" y="0"/>
                  </a:move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13"/>
                    <a:pt x="48" y="21"/>
                  </a:cubicBezTo>
                  <a:cubicBezTo>
                    <a:pt x="48" y="22"/>
                    <a:pt x="34" y="23"/>
                    <a:pt x="33" y="23"/>
                  </a:cubicBezTo>
                  <a:cubicBezTo>
                    <a:pt x="22" y="24"/>
                    <a:pt x="11" y="22"/>
                    <a:pt x="0" y="18"/>
                  </a:cubicBezTo>
                  <a:cubicBezTo>
                    <a:pt x="1" y="1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8086841" y="2441860"/>
              <a:ext cx="750456" cy="812994"/>
            </a:xfrm>
            <a:custGeom>
              <a:avLst/>
              <a:gdLst/>
              <a:ahLst/>
              <a:cxnLst/>
              <a:rect l="l" t="t" r="r" b="b"/>
              <a:pathLst>
                <a:path w="196" h="213">
                  <a:moveTo>
                    <a:pt x="2" y="75"/>
                  </a:moveTo>
                  <a:cubicBezTo>
                    <a:pt x="6" y="43"/>
                    <a:pt x="22" y="15"/>
                    <a:pt x="55" y="5"/>
                  </a:cubicBezTo>
                  <a:cubicBezTo>
                    <a:pt x="71" y="0"/>
                    <a:pt x="89" y="0"/>
                    <a:pt x="106" y="2"/>
                  </a:cubicBezTo>
                  <a:cubicBezTo>
                    <a:pt x="123" y="3"/>
                    <a:pt x="140" y="6"/>
                    <a:pt x="156" y="14"/>
                  </a:cubicBezTo>
                  <a:cubicBezTo>
                    <a:pt x="183" y="27"/>
                    <a:pt x="178" y="41"/>
                    <a:pt x="178" y="70"/>
                  </a:cubicBezTo>
                  <a:cubicBezTo>
                    <a:pt x="178" y="73"/>
                    <a:pt x="196" y="89"/>
                    <a:pt x="196" y="92"/>
                  </a:cubicBezTo>
                  <a:cubicBezTo>
                    <a:pt x="195" y="98"/>
                    <a:pt x="195" y="105"/>
                    <a:pt x="195" y="111"/>
                  </a:cubicBezTo>
                  <a:cubicBezTo>
                    <a:pt x="193" y="126"/>
                    <a:pt x="189" y="140"/>
                    <a:pt x="183" y="154"/>
                  </a:cubicBezTo>
                  <a:cubicBezTo>
                    <a:pt x="176" y="171"/>
                    <a:pt x="165" y="185"/>
                    <a:pt x="150" y="196"/>
                  </a:cubicBezTo>
                  <a:cubicBezTo>
                    <a:pt x="141" y="202"/>
                    <a:pt x="131" y="206"/>
                    <a:pt x="121" y="208"/>
                  </a:cubicBezTo>
                  <a:cubicBezTo>
                    <a:pt x="105" y="213"/>
                    <a:pt x="89" y="213"/>
                    <a:pt x="72" y="209"/>
                  </a:cubicBezTo>
                  <a:cubicBezTo>
                    <a:pt x="61" y="206"/>
                    <a:pt x="50" y="201"/>
                    <a:pt x="41" y="194"/>
                  </a:cubicBezTo>
                  <a:cubicBezTo>
                    <a:pt x="25" y="183"/>
                    <a:pt x="13" y="167"/>
                    <a:pt x="7" y="149"/>
                  </a:cubicBezTo>
                  <a:cubicBezTo>
                    <a:pt x="2" y="134"/>
                    <a:pt x="0" y="118"/>
                    <a:pt x="0" y="102"/>
                  </a:cubicBezTo>
                  <a:cubicBezTo>
                    <a:pt x="0" y="93"/>
                    <a:pt x="0" y="84"/>
                    <a:pt x="2" y="76"/>
                  </a:cubicBezTo>
                  <a:lnTo>
                    <a:pt x="2" y="75"/>
                  </a:ln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8086841" y="2624536"/>
              <a:ext cx="4938" cy="106973"/>
            </a:xfrm>
            <a:custGeom>
              <a:avLst/>
              <a:gdLst/>
              <a:ahLst/>
              <a:cxnLst/>
              <a:rect l="l" t="t" r="r" b="b"/>
              <a:pathLst>
                <a:path w="1" h="28">
                  <a:moveTo>
                    <a:pt x="0" y="28"/>
                  </a:moveTo>
                  <a:cubicBezTo>
                    <a:pt x="0" y="28"/>
                    <a:pt x="0" y="15"/>
                    <a:pt x="1" y="0"/>
                  </a:cubicBezTo>
                  <a:cubicBezTo>
                    <a:pt x="0" y="16"/>
                    <a:pt x="0" y="28"/>
                    <a:pt x="0" y="28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7869603" y="2269057"/>
              <a:ext cx="1051626" cy="1007191"/>
            </a:xfrm>
            <a:custGeom>
              <a:avLst/>
              <a:gdLst/>
              <a:ahLst/>
              <a:cxnLst/>
              <a:rect l="l" t="t" r="r" b="b"/>
              <a:pathLst>
                <a:path w="275" h="264">
                  <a:moveTo>
                    <a:pt x="76" y="56"/>
                  </a:moveTo>
                  <a:cubicBezTo>
                    <a:pt x="104" y="13"/>
                    <a:pt x="258" y="0"/>
                    <a:pt x="267" y="145"/>
                  </a:cubicBezTo>
                  <a:cubicBezTo>
                    <a:pt x="275" y="251"/>
                    <a:pt x="155" y="264"/>
                    <a:pt x="98" y="239"/>
                  </a:cubicBezTo>
                  <a:cubicBezTo>
                    <a:pt x="0" y="197"/>
                    <a:pt x="47" y="99"/>
                    <a:pt x="76" y="56"/>
                  </a:cubicBezTo>
                  <a:close/>
                </a:path>
              </a:pathLst>
            </a:custGeom>
            <a:solidFill>
              <a:srgbClr val="6666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7979867" y="2152210"/>
              <a:ext cx="891989" cy="743873"/>
            </a:xfrm>
            <a:custGeom>
              <a:avLst/>
              <a:gdLst/>
              <a:ahLst/>
              <a:cxnLst/>
              <a:rect l="l" t="t" r="r" b="b"/>
              <a:pathLst>
                <a:path w="233" h="195">
                  <a:moveTo>
                    <a:pt x="27" y="195"/>
                  </a:moveTo>
                  <a:cubicBezTo>
                    <a:pt x="27" y="195"/>
                    <a:pt x="13" y="191"/>
                    <a:pt x="6" y="161"/>
                  </a:cubicBezTo>
                  <a:cubicBezTo>
                    <a:pt x="0" y="140"/>
                    <a:pt x="6" y="96"/>
                    <a:pt x="32" y="75"/>
                  </a:cubicBezTo>
                  <a:cubicBezTo>
                    <a:pt x="47" y="62"/>
                    <a:pt x="51" y="68"/>
                    <a:pt x="51" y="68"/>
                  </a:cubicBezTo>
                  <a:cubicBezTo>
                    <a:pt x="51" y="68"/>
                    <a:pt x="55" y="53"/>
                    <a:pt x="84" y="41"/>
                  </a:cubicBezTo>
                  <a:cubicBezTo>
                    <a:pt x="178" y="0"/>
                    <a:pt x="201" y="44"/>
                    <a:pt x="215" y="81"/>
                  </a:cubicBezTo>
                  <a:cubicBezTo>
                    <a:pt x="233" y="131"/>
                    <a:pt x="224" y="168"/>
                    <a:pt x="126" y="136"/>
                  </a:cubicBezTo>
                  <a:cubicBezTo>
                    <a:pt x="86" y="123"/>
                    <a:pt x="61" y="116"/>
                    <a:pt x="61" y="116"/>
                  </a:cubicBezTo>
                  <a:cubicBezTo>
                    <a:pt x="61" y="116"/>
                    <a:pt x="62" y="129"/>
                    <a:pt x="54" y="147"/>
                  </a:cubicBezTo>
                  <a:cubicBezTo>
                    <a:pt x="46" y="165"/>
                    <a:pt x="27" y="185"/>
                    <a:pt x="27" y="185"/>
                  </a:cubicBezTo>
                </a:path>
              </a:pathLst>
            </a:custGeom>
            <a:solidFill>
              <a:srgbClr val="6666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7705030" y="3376638"/>
              <a:ext cx="1441665" cy="812994"/>
            </a:xfrm>
            <a:custGeom>
              <a:avLst/>
              <a:gdLst/>
              <a:ahLst/>
              <a:cxnLst/>
              <a:rect l="l" t="t" r="r" b="b"/>
              <a:pathLst>
                <a:path w="377" h="213">
                  <a:moveTo>
                    <a:pt x="365" y="154"/>
                  </a:moveTo>
                  <a:cubicBezTo>
                    <a:pt x="310" y="30"/>
                    <a:pt x="310" y="30"/>
                    <a:pt x="310" y="30"/>
                  </a:cubicBezTo>
                  <a:cubicBezTo>
                    <a:pt x="302" y="12"/>
                    <a:pt x="281" y="0"/>
                    <a:pt x="258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96" y="0"/>
                    <a:pt x="75" y="12"/>
                    <a:pt x="68" y="30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0" y="183"/>
                    <a:pt x="27" y="213"/>
                    <a:pt x="65" y="213"/>
                  </a:cubicBezTo>
                  <a:cubicBezTo>
                    <a:pt x="185" y="213"/>
                    <a:pt x="185" y="213"/>
                    <a:pt x="185" y="213"/>
                  </a:cubicBezTo>
                  <a:cubicBezTo>
                    <a:pt x="192" y="213"/>
                    <a:pt x="192" y="213"/>
                    <a:pt x="192" y="213"/>
                  </a:cubicBezTo>
                  <a:cubicBezTo>
                    <a:pt x="312" y="213"/>
                    <a:pt x="312" y="213"/>
                    <a:pt x="312" y="213"/>
                  </a:cubicBezTo>
                  <a:cubicBezTo>
                    <a:pt x="350" y="213"/>
                    <a:pt x="377" y="183"/>
                    <a:pt x="365" y="154"/>
                  </a:cubicBezTo>
                  <a:close/>
                </a:path>
              </a:pathLst>
            </a:custGeom>
            <a:solidFill>
              <a:srgbClr val="12529F">
                <a:alpha val="100000"/>
                <a:lumMod val="20000"/>
                <a:lumOff val="8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7912393" y="3460570"/>
              <a:ext cx="1038460" cy="1224428"/>
            </a:xfrm>
            <a:custGeom>
              <a:avLst/>
              <a:gdLst/>
              <a:ahLst/>
              <a:cxnLst/>
              <a:rect l="l" t="t" r="r" b="b"/>
              <a:pathLst>
                <a:path w="272" h="321">
                  <a:moveTo>
                    <a:pt x="216" y="321"/>
                  </a:moveTo>
                  <a:cubicBezTo>
                    <a:pt x="57" y="321"/>
                    <a:pt x="57" y="321"/>
                    <a:pt x="57" y="321"/>
                  </a:cubicBezTo>
                  <a:cubicBezTo>
                    <a:pt x="25" y="321"/>
                    <a:pt x="0" y="296"/>
                    <a:pt x="0" y="265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7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47" y="0"/>
                    <a:pt x="272" y="25"/>
                    <a:pt x="272" y="56"/>
                  </a:cubicBezTo>
                  <a:cubicBezTo>
                    <a:pt x="272" y="265"/>
                    <a:pt x="272" y="265"/>
                    <a:pt x="272" y="265"/>
                  </a:cubicBezTo>
                  <a:cubicBezTo>
                    <a:pt x="272" y="296"/>
                    <a:pt x="247" y="321"/>
                    <a:pt x="216" y="321"/>
                  </a:cubicBezTo>
                  <a:close/>
                </a:path>
              </a:pathLst>
            </a:custGeom>
            <a:solidFill>
              <a:srgbClr val="3974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7961765" y="3460570"/>
              <a:ext cx="939716" cy="1152016"/>
            </a:xfrm>
            <a:custGeom>
              <a:avLst/>
              <a:gdLst/>
              <a:ahLst/>
              <a:cxnLst/>
              <a:rect l="l" t="t" r="r" b="b"/>
              <a:pathLst>
                <a:path w="246" h="302">
                  <a:moveTo>
                    <a:pt x="190" y="302"/>
                  </a:moveTo>
                  <a:cubicBezTo>
                    <a:pt x="57" y="302"/>
                    <a:pt x="57" y="302"/>
                    <a:pt x="57" y="302"/>
                  </a:cubicBezTo>
                  <a:cubicBezTo>
                    <a:pt x="26" y="302"/>
                    <a:pt x="0" y="276"/>
                    <a:pt x="0" y="245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21" y="0"/>
                    <a:pt x="246" y="25"/>
                    <a:pt x="246" y="56"/>
                  </a:cubicBezTo>
                  <a:cubicBezTo>
                    <a:pt x="246" y="245"/>
                    <a:pt x="246" y="245"/>
                    <a:pt x="246" y="245"/>
                  </a:cubicBezTo>
                  <a:cubicBezTo>
                    <a:pt x="246" y="276"/>
                    <a:pt x="221" y="302"/>
                    <a:pt x="190" y="302"/>
                  </a:cubicBezTo>
                  <a:close/>
                </a:path>
              </a:pathLst>
            </a:custGeom>
            <a:solidFill>
              <a:srgbClr val="285C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7945307" y="2708469"/>
              <a:ext cx="941361" cy="610569"/>
            </a:xfrm>
            <a:custGeom>
              <a:avLst/>
              <a:gdLst/>
              <a:ahLst/>
              <a:cxnLst/>
              <a:rect l="l" t="t" r="r" b="b"/>
              <a:pathLst>
                <a:path w="246" h="160">
                  <a:moveTo>
                    <a:pt x="190" y="160"/>
                  </a:moveTo>
                  <a:cubicBezTo>
                    <a:pt x="57" y="160"/>
                    <a:pt x="57" y="160"/>
                    <a:pt x="57" y="160"/>
                  </a:cubicBezTo>
                  <a:cubicBezTo>
                    <a:pt x="26" y="160"/>
                    <a:pt x="0" y="135"/>
                    <a:pt x="0" y="10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21" y="0"/>
                    <a:pt x="246" y="26"/>
                    <a:pt x="246" y="57"/>
                  </a:cubicBezTo>
                  <a:cubicBezTo>
                    <a:pt x="246" y="104"/>
                    <a:pt x="246" y="104"/>
                    <a:pt x="246" y="104"/>
                  </a:cubicBezTo>
                  <a:cubicBezTo>
                    <a:pt x="246" y="135"/>
                    <a:pt x="221" y="160"/>
                    <a:pt x="190" y="160"/>
                  </a:cubicBezTo>
                  <a:close/>
                </a:path>
              </a:pathLst>
            </a:custGeom>
            <a:solidFill>
              <a:srgbClr val="3974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8007845" y="2731509"/>
              <a:ext cx="821223" cy="534865"/>
            </a:xfrm>
            <a:custGeom>
              <a:avLst/>
              <a:gdLst/>
              <a:ahLst/>
              <a:cxnLst/>
              <a:rect l="l" t="t" r="r" b="b"/>
              <a:pathLst>
                <a:path w="215" h="140">
                  <a:moveTo>
                    <a:pt x="169" y="140"/>
                  </a:moveTo>
                  <a:cubicBezTo>
                    <a:pt x="45" y="140"/>
                    <a:pt x="45" y="140"/>
                    <a:pt x="45" y="140"/>
                  </a:cubicBezTo>
                  <a:cubicBezTo>
                    <a:pt x="20" y="140"/>
                    <a:pt x="0" y="120"/>
                    <a:pt x="0" y="9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94" y="0"/>
                    <a:pt x="215" y="20"/>
                    <a:pt x="215" y="46"/>
                  </a:cubicBezTo>
                  <a:cubicBezTo>
                    <a:pt x="215" y="95"/>
                    <a:pt x="215" y="95"/>
                    <a:pt x="215" y="95"/>
                  </a:cubicBezTo>
                  <a:cubicBezTo>
                    <a:pt x="215" y="120"/>
                    <a:pt x="194" y="140"/>
                    <a:pt x="169" y="140"/>
                  </a:cubicBezTo>
                  <a:close/>
                </a:path>
              </a:pathLst>
            </a:custGeom>
            <a:solidFill>
              <a:srgbClr val="285C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2" name="AutoShape 82"/>
            <p:cNvSpPr/>
            <p:nvPr/>
          </p:nvSpPr>
          <p:spPr>
            <a:xfrm>
              <a:off x="7805419" y="4704747"/>
              <a:ext cx="1214553" cy="284713"/>
            </a:xfrm>
            <a:prstGeom prst="ellipse">
              <a:avLst/>
            </a:prstGeom>
            <a:solidFill>
              <a:srgbClr val="285C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3" name="AutoShape 83"/>
            <p:cNvSpPr/>
            <p:nvPr/>
          </p:nvSpPr>
          <p:spPr>
            <a:xfrm>
              <a:off x="7945307" y="4704747"/>
              <a:ext cx="929842" cy="72412"/>
            </a:xfrm>
            <a:custGeom>
              <a:avLst/>
              <a:gdLst/>
              <a:ahLst/>
              <a:cxnLst/>
              <a:rect l="l" t="t" r="r" b="b"/>
              <a:pathLst>
                <a:path w="243" h="19">
                  <a:moveTo>
                    <a:pt x="0" y="14"/>
                  </a:moveTo>
                  <a:cubicBezTo>
                    <a:pt x="30" y="17"/>
                    <a:pt x="73" y="19"/>
                    <a:pt x="122" y="19"/>
                  </a:cubicBezTo>
                  <a:cubicBezTo>
                    <a:pt x="171" y="19"/>
                    <a:pt x="214" y="17"/>
                    <a:pt x="243" y="14"/>
                  </a:cubicBezTo>
                  <a:cubicBezTo>
                    <a:pt x="214" y="6"/>
                    <a:pt x="171" y="0"/>
                    <a:pt x="122" y="0"/>
                  </a:cubicBezTo>
                  <a:cubicBezTo>
                    <a:pt x="73" y="0"/>
                    <a:pt x="30" y="6"/>
                    <a:pt x="0" y="14"/>
                  </a:cubicBezTo>
                  <a:close/>
                </a:path>
              </a:pathLst>
            </a:custGeom>
            <a:solidFill>
              <a:srgbClr val="3974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4" name="AutoShape 84"/>
            <p:cNvSpPr/>
            <p:nvPr/>
          </p:nvSpPr>
          <p:spPr>
            <a:xfrm>
              <a:off x="8351804" y="4989460"/>
              <a:ext cx="113556" cy="0"/>
            </a:xfrm>
            <a:custGeom>
              <a:avLst/>
              <a:gdLst/>
              <a:ahLst/>
              <a:cxnLst/>
              <a:rect l="l" t="t" r="r" b="b"/>
              <a:pathLst>
                <a:path w="30"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7" y="0"/>
                    <a:pt x="17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14" y="0"/>
                  </a:moveTo>
                  <a:cubicBezTo>
                    <a:pt x="14" y="0"/>
                    <a:pt x="14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7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19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9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7" y="0"/>
                  </a:moveTo>
                  <a:cubicBezTo>
                    <a:pt x="7" y="0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5" y="0"/>
                  </a:moveTo>
                  <a:cubicBezTo>
                    <a:pt x="5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27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28" y="0"/>
                  </a:moveTo>
                  <a:cubicBezTo>
                    <a:pt x="28" y="0"/>
                    <a:pt x="27" y="0"/>
                    <a:pt x="27" y="0"/>
                  </a:cubicBezTo>
                  <a:cubicBezTo>
                    <a:pt x="27" y="0"/>
                    <a:pt x="27" y="0"/>
                    <a:pt x="28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7BFD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5" name="AutoShape 85"/>
            <p:cNvSpPr/>
            <p:nvPr/>
          </p:nvSpPr>
          <p:spPr>
            <a:xfrm>
              <a:off x="7815294" y="4875903"/>
              <a:ext cx="1193159" cy="113556"/>
            </a:xfrm>
            <a:custGeom>
              <a:avLst/>
              <a:gdLst/>
              <a:ahLst/>
              <a:cxnLst/>
              <a:rect l="l" t="t" r="r" b="b"/>
              <a:pathLst>
                <a:path w="312" h="30">
                  <a:moveTo>
                    <a:pt x="3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3" y="16"/>
                    <a:pt x="70" y="28"/>
                    <a:pt x="140" y="30"/>
                  </a:cubicBezTo>
                  <a:cubicBezTo>
                    <a:pt x="140" y="30"/>
                    <a:pt x="140" y="30"/>
                    <a:pt x="140" y="30"/>
                  </a:cubicBezTo>
                  <a:cubicBezTo>
                    <a:pt x="140" y="30"/>
                    <a:pt x="140" y="30"/>
                    <a:pt x="140" y="30"/>
                  </a:cubicBezTo>
                  <a:cubicBezTo>
                    <a:pt x="140" y="30"/>
                    <a:pt x="140" y="30"/>
                    <a:pt x="140" y="3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41" y="30"/>
                    <a:pt x="141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7" y="30"/>
                    <a:pt x="167" y="30"/>
                  </a:cubicBezTo>
                  <a:cubicBezTo>
                    <a:pt x="167" y="30"/>
                    <a:pt x="167" y="30"/>
                    <a:pt x="167" y="30"/>
                  </a:cubicBezTo>
                  <a:cubicBezTo>
                    <a:pt x="167" y="30"/>
                    <a:pt x="167" y="30"/>
                    <a:pt x="167" y="30"/>
                  </a:cubicBezTo>
                  <a:cubicBezTo>
                    <a:pt x="167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9" y="30"/>
                    <a:pt x="169" y="30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69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241" y="29"/>
                    <a:pt x="298" y="16"/>
                    <a:pt x="312" y="0"/>
                  </a:cubicBezTo>
                </a:path>
              </a:pathLst>
            </a:custGeom>
            <a:solidFill>
              <a:srgbClr val="13456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6" name="AutoShape 86"/>
            <p:cNvSpPr/>
            <p:nvPr/>
          </p:nvSpPr>
          <p:spPr>
            <a:xfrm>
              <a:off x="8320535" y="4150134"/>
              <a:ext cx="179386" cy="1550284"/>
            </a:xfrm>
            <a:custGeom>
              <a:avLst/>
              <a:gdLst/>
              <a:ahLst/>
              <a:cxnLst/>
              <a:rect l="l" t="t" r="r" b="b"/>
              <a:pathLst>
                <a:path w="47" h="406">
                  <a:moveTo>
                    <a:pt x="47" y="406"/>
                  </a:moveTo>
                  <a:cubicBezTo>
                    <a:pt x="0" y="406"/>
                    <a:pt x="0" y="406"/>
                    <a:pt x="0" y="40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7" y="11"/>
                    <a:pt x="47" y="24"/>
                  </a:cubicBezTo>
                  <a:lnTo>
                    <a:pt x="47" y="406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7" name="AutoShape 87"/>
            <p:cNvSpPr/>
            <p:nvPr/>
          </p:nvSpPr>
          <p:spPr>
            <a:xfrm>
              <a:off x="8346867" y="2856585"/>
              <a:ext cx="126722" cy="1316589"/>
            </a:xfrm>
            <a:custGeom>
              <a:avLst/>
              <a:gdLst/>
              <a:ahLst/>
              <a:cxnLst/>
              <a:rect l="l" t="t" r="r" b="b"/>
              <a:pathLst>
                <a:path w="33" h="345">
                  <a:moveTo>
                    <a:pt x="33" y="345"/>
                  </a:moveTo>
                  <a:cubicBezTo>
                    <a:pt x="0" y="345"/>
                    <a:pt x="0" y="345"/>
                    <a:pt x="0" y="345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lnTo>
                    <a:pt x="33" y="345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8" name="AutoShape 88"/>
            <p:cNvSpPr/>
            <p:nvPr/>
          </p:nvSpPr>
          <p:spPr>
            <a:xfrm>
              <a:off x="7675406" y="5688897"/>
              <a:ext cx="488784" cy="190905"/>
            </a:xfrm>
            <a:custGeom>
              <a:avLst/>
              <a:gdLst/>
              <a:ahLst/>
              <a:cxnLst/>
              <a:rect l="l" t="t" r="r" b="b"/>
              <a:pathLst>
                <a:path w="128" h="50">
                  <a:moveTo>
                    <a:pt x="12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0" y="6"/>
                    <a:pt x="0" y="50"/>
                  </a:cubicBezTo>
                  <a:cubicBezTo>
                    <a:pt x="128" y="50"/>
                    <a:pt x="128" y="50"/>
                    <a:pt x="128" y="50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rgbClr val="331D0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9" name="AutoShape 89"/>
            <p:cNvSpPr/>
            <p:nvPr/>
          </p:nvSpPr>
          <p:spPr>
            <a:xfrm>
              <a:off x="7556913" y="4173174"/>
              <a:ext cx="855783" cy="855783"/>
            </a:xfrm>
            <a:custGeom>
              <a:avLst/>
              <a:gdLst/>
              <a:ahLst/>
              <a:cxnLst/>
              <a:rect l="l" t="t" r="r" b="b"/>
              <a:pathLst>
                <a:path w="224" h="224">
                  <a:moveTo>
                    <a:pt x="222" y="209"/>
                  </a:moveTo>
                  <a:cubicBezTo>
                    <a:pt x="221" y="209"/>
                    <a:pt x="157" y="214"/>
                    <a:pt x="85" y="193"/>
                  </a:cubicBezTo>
                  <a:cubicBezTo>
                    <a:pt x="34" y="178"/>
                    <a:pt x="41" y="72"/>
                    <a:pt x="49" y="22"/>
                  </a:cubicBezTo>
                  <a:cubicBezTo>
                    <a:pt x="69" y="21"/>
                    <a:pt x="85" y="16"/>
                    <a:pt x="85" y="11"/>
                  </a:cubicBezTo>
                  <a:cubicBezTo>
                    <a:pt x="85" y="5"/>
                    <a:pt x="66" y="0"/>
                    <a:pt x="42" y="0"/>
                  </a:cubicBezTo>
                  <a:cubicBezTo>
                    <a:pt x="19" y="0"/>
                    <a:pt x="0" y="5"/>
                    <a:pt x="0" y="11"/>
                  </a:cubicBezTo>
                  <a:cubicBezTo>
                    <a:pt x="0" y="16"/>
                    <a:pt x="13" y="20"/>
                    <a:pt x="31" y="21"/>
                  </a:cubicBezTo>
                  <a:cubicBezTo>
                    <a:pt x="25" y="61"/>
                    <a:pt x="11" y="187"/>
                    <a:pt x="79" y="207"/>
                  </a:cubicBezTo>
                  <a:cubicBezTo>
                    <a:pt x="128" y="222"/>
                    <a:pt x="174" y="224"/>
                    <a:pt x="200" y="224"/>
                  </a:cubicBezTo>
                  <a:cubicBezTo>
                    <a:pt x="214" y="224"/>
                    <a:pt x="223" y="224"/>
                    <a:pt x="224" y="224"/>
                  </a:cubicBezTo>
                  <a:lnTo>
                    <a:pt x="222" y="209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0" name="AutoShape 90"/>
            <p:cNvSpPr/>
            <p:nvPr/>
          </p:nvSpPr>
          <p:spPr>
            <a:xfrm>
              <a:off x="8439028" y="4173174"/>
              <a:ext cx="852491" cy="855783"/>
            </a:xfrm>
            <a:custGeom>
              <a:avLst/>
              <a:gdLst/>
              <a:ahLst/>
              <a:cxnLst/>
              <a:rect l="l" t="t" r="r" b="b"/>
              <a:pathLst>
                <a:path w="223" h="224">
                  <a:moveTo>
                    <a:pt x="2" y="209"/>
                  </a:moveTo>
                  <a:cubicBezTo>
                    <a:pt x="2" y="209"/>
                    <a:pt x="67" y="214"/>
                    <a:pt x="138" y="193"/>
                  </a:cubicBezTo>
                  <a:cubicBezTo>
                    <a:pt x="190" y="178"/>
                    <a:pt x="183" y="72"/>
                    <a:pt x="175" y="22"/>
                  </a:cubicBezTo>
                  <a:cubicBezTo>
                    <a:pt x="155" y="21"/>
                    <a:pt x="139" y="16"/>
                    <a:pt x="139" y="11"/>
                  </a:cubicBezTo>
                  <a:cubicBezTo>
                    <a:pt x="139" y="5"/>
                    <a:pt x="158" y="0"/>
                    <a:pt x="181" y="0"/>
                  </a:cubicBezTo>
                  <a:cubicBezTo>
                    <a:pt x="205" y="0"/>
                    <a:pt x="223" y="5"/>
                    <a:pt x="223" y="11"/>
                  </a:cubicBezTo>
                  <a:cubicBezTo>
                    <a:pt x="223" y="16"/>
                    <a:pt x="211" y="20"/>
                    <a:pt x="193" y="21"/>
                  </a:cubicBezTo>
                  <a:cubicBezTo>
                    <a:pt x="199" y="61"/>
                    <a:pt x="213" y="187"/>
                    <a:pt x="144" y="207"/>
                  </a:cubicBezTo>
                  <a:cubicBezTo>
                    <a:pt x="95" y="222"/>
                    <a:pt x="50" y="224"/>
                    <a:pt x="24" y="224"/>
                  </a:cubicBezTo>
                  <a:cubicBezTo>
                    <a:pt x="10" y="224"/>
                    <a:pt x="1" y="224"/>
                    <a:pt x="0" y="224"/>
                  </a:cubicBezTo>
                  <a:lnTo>
                    <a:pt x="2" y="209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1" name="AutoShape 91"/>
            <p:cNvSpPr/>
            <p:nvPr/>
          </p:nvSpPr>
          <p:spPr>
            <a:xfrm>
              <a:off x="8309014" y="5700418"/>
              <a:ext cx="207363" cy="209009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2" name="AutoShape 92"/>
            <p:cNvSpPr/>
            <p:nvPr/>
          </p:nvSpPr>
          <p:spPr>
            <a:xfrm>
              <a:off x="8309014" y="4085950"/>
              <a:ext cx="207363" cy="209009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3" name="AutoShape 93"/>
            <p:cNvSpPr/>
            <p:nvPr/>
          </p:nvSpPr>
          <p:spPr>
            <a:xfrm>
              <a:off x="7961765" y="5700418"/>
              <a:ext cx="210654" cy="209009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4" name="AutoShape 94"/>
            <p:cNvSpPr/>
            <p:nvPr/>
          </p:nvSpPr>
          <p:spPr>
            <a:xfrm>
              <a:off x="8652974" y="5700418"/>
              <a:ext cx="210654" cy="209009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5" name="AutoShape 95"/>
            <p:cNvSpPr/>
            <p:nvPr/>
          </p:nvSpPr>
          <p:spPr>
            <a:xfrm>
              <a:off x="8095069" y="5688897"/>
              <a:ext cx="635254" cy="72412"/>
            </a:xfrm>
            <a:prstGeom prst="rect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2529F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674818"/>
            <a:ext cx="12192000" cy="2183182"/>
          </a:xfrm>
          <a:prstGeom prst="rect">
            <a:avLst/>
          </a:prstGeom>
          <a:solidFill>
            <a:srgbClr val="12529F">
              <a:alpha val="100000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3" name="Group 3"/>
          <p:cNvGrpSpPr/>
          <p:nvPr/>
        </p:nvGrpSpPr>
        <p:grpSpPr>
          <a:xfrm>
            <a:off x="8700713" y="761637"/>
            <a:ext cx="3096562" cy="1915293"/>
            <a:chOff x="9312516" y="4779135"/>
            <a:chExt cx="2222733" cy="1374810"/>
          </a:xfrm>
        </p:grpSpPr>
        <p:sp>
          <p:nvSpPr>
            <p:cNvPr id="4" name="AutoShape 4"/>
            <p:cNvSpPr/>
            <p:nvPr/>
          </p:nvSpPr>
          <p:spPr>
            <a:xfrm>
              <a:off x="9916599" y="5070761"/>
              <a:ext cx="1084410" cy="1083184"/>
            </a:xfrm>
            <a:custGeom>
              <a:avLst/>
              <a:gdLst/>
              <a:ahLst/>
              <a:cxnLst/>
              <a:rect l="l" t="t" r="r" b="b"/>
              <a:pathLst>
                <a:path w="381" h="381">
                  <a:moveTo>
                    <a:pt x="90" y="25"/>
                  </a:moveTo>
                  <a:cubicBezTo>
                    <a:pt x="34" y="78"/>
                    <a:pt x="34" y="78"/>
                    <a:pt x="34" y="78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7" y="113"/>
                    <a:pt x="57" y="121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1" y="134"/>
                    <a:pt x="45" y="139"/>
                    <a:pt x="38" y="140"/>
                  </a:cubicBezTo>
                  <a:cubicBezTo>
                    <a:pt x="3" y="145"/>
                    <a:pt x="3" y="145"/>
                    <a:pt x="3" y="145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35" y="229"/>
                    <a:pt x="35" y="229"/>
                    <a:pt x="35" y="229"/>
                  </a:cubicBezTo>
                  <a:cubicBezTo>
                    <a:pt x="42" y="230"/>
                    <a:pt x="47" y="235"/>
                    <a:pt x="50" y="242"/>
                  </a:cubicBezTo>
                  <a:cubicBezTo>
                    <a:pt x="50" y="242"/>
                    <a:pt x="50" y="242"/>
                    <a:pt x="50" y="242"/>
                  </a:cubicBezTo>
                  <a:cubicBezTo>
                    <a:pt x="53" y="249"/>
                    <a:pt x="52" y="257"/>
                    <a:pt x="47" y="263"/>
                  </a:cubicBezTo>
                  <a:cubicBezTo>
                    <a:pt x="26" y="291"/>
                    <a:pt x="26" y="291"/>
                    <a:pt x="26" y="291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47"/>
                    <a:pt x="78" y="347"/>
                    <a:pt x="78" y="347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14" y="324"/>
                    <a:pt x="121" y="323"/>
                    <a:pt x="128" y="326"/>
                  </a:cubicBezTo>
                  <a:cubicBezTo>
                    <a:pt x="128" y="326"/>
                    <a:pt x="128" y="326"/>
                    <a:pt x="128" y="326"/>
                  </a:cubicBezTo>
                  <a:cubicBezTo>
                    <a:pt x="135" y="329"/>
                    <a:pt x="139" y="335"/>
                    <a:pt x="140" y="343"/>
                  </a:cubicBezTo>
                  <a:cubicBezTo>
                    <a:pt x="145" y="378"/>
                    <a:pt x="145" y="378"/>
                    <a:pt x="145" y="378"/>
                  </a:cubicBezTo>
                  <a:cubicBezTo>
                    <a:pt x="222" y="381"/>
                    <a:pt x="222" y="381"/>
                    <a:pt x="222" y="381"/>
                  </a:cubicBezTo>
                  <a:cubicBezTo>
                    <a:pt x="229" y="346"/>
                    <a:pt x="229" y="346"/>
                    <a:pt x="229" y="346"/>
                  </a:cubicBezTo>
                  <a:cubicBezTo>
                    <a:pt x="231" y="339"/>
                    <a:pt x="236" y="333"/>
                    <a:pt x="243" y="331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50" y="328"/>
                    <a:pt x="257" y="329"/>
                    <a:pt x="263" y="333"/>
                  </a:cubicBezTo>
                  <a:cubicBezTo>
                    <a:pt x="291" y="355"/>
                    <a:pt x="291" y="355"/>
                    <a:pt x="291" y="355"/>
                  </a:cubicBezTo>
                  <a:cubicBezTo>
                    <a:pt x="347" y="303"/>
                    <a:pt x="347" y="303"/>
                    <a:pt x="347" y="30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24" y="267"/>
                    <a:pt x="324" y="259"/>
                    <a:pt x="327" y="253"/>
                  </a:cubicBezTo>
                  <a:cubicBezTo>
                    <a:pt x="327" y="253"/>
                    <a:pt x="327" y="253"/>
                    <a:pt x="327" y="253"/>
                  </a:cubicBezTo>
                  <a:cubicBezTo>
                    <a:pt x="330" y="246"/>
                    <a:pt x="336" y="241"/>
                    <a:pt x="343" y="240"/>
                  </a:cubicBezTo>
                  <a:cubicBezTo>
                    <a:pt x="378" y="236"/>
                    <a:pt x="378" y="236"/>
                    <a:pt x="378" y="236"/>
                  </a:cubicBezTo>
                  <a:cubicBezTo>
                    <a:pt x="381" y="159"/>
                    <a:pt x="381" y="159"/>
                    <a:pt x="381" y="159"/>
                  </a:cubicBezTo>
                  <a:cubicBezTo>
                    <a:pt x="346" y="152"/>
                    <a:pt x="346" y="152"/>
                    <a:pt x="346" y="152"/>
                  </a:cubicBezTo>
                  <a:cubicBezTo>
                    <a:pt x="339" y="150"/>
                    <a:pt x="333" y="145"/>
                    <a:pt x="331" y="138"/>
                  </a:cubicBezTo>
                  <a:cubicBezTo>
                    <a:pt x="331" y="138"/>
                    <a:pt x="331" y="138"/>
                    <a:pt x="331" y="138"/>
                  </a:cubicBezTo>
                  <a:cubicBezTo>
                    <a:pt x="328" y="131"/>
                    <a:pt x="329" y="124"/>
                    <a:pt x="334" y="118"/>
                  </a:cubicBezTo>
                  <a:cubicBezTo>
                    <a:pt x="355" y="90"/>
                    <a:pt x="355" y="90"/>
                    <a:pt x="355" y="90"/>
                  </a:cubicBezTo>
                  <a:cubicBezTo>
                    <a:pt x="329" y="62"/>
                    <a:pt x="329" y="62"/>
                    <a:pt x="329" y="62"/>
                  </a:cubicBezTo>
                  <a:cubicBezTo>
                    <a:pt x="303" y="33"/>
                    <a:pt x="303" y="33"/>
                    <a:pt x="303" y="33"/>
                  </a:cubicBezTo>
                  <a:cubicBezTo>
                    <a:pt x="273" y="53"/>
                    <a:pt x="273" y="53"/>
                    <a:pt x="273" y="53"/>
                  </a:cubicBezTo>
                  <a:cubicBezTo>
                    <a:pt x="267" y="57"/>
                    <a:pt x="260" y="57"/>
                    <a:pt x="253" y="54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46" y="51"/>
                    <a:pt x="242" y="45"/>
                    <a:pt x="241" y="38"/>
                  </a:cubicBezTo>
                  <a:cubicBezTo>
                    <a:pt x="236" y="3"/>
                    <a:pt x="236" y="3"/>
                    <a:pt x="236" y="3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52" y="34"/>
                    <a:pt x="152" y="34"/>
                    <a:pt x="152" y="34"/>
                  </a:cubicBezTo>
                  <a:cubicBezTo>
                    <a:pt x="150" y="42"/>
                    <a:pt x="145" y="47"/>
                    <a:pt x="138" y="50"/>
                  </a:cubicBezTo>
                  <a:cubicBezTo>
                    <a:pt x="138" y="50"/>
                    <a:pt x="138" y="50"/>
                    <a:pt x="138" y="50"/>
                  </a:cubicBezTo>
                  <a:cubicBezTo>
                    <a:pt x="131" y="52"/>
                    <a:pt x="124" y="51"/>
                    <a:pt x="118" y="47"/>
                  </a:cubicBezTo>
                  <a:lnTo>
                    <a:pt x="90" y="25"/>
                  </a:lnTo>
                  <a:close/>
                  <a:moveTo>
                    <a:pt x="274" y="113"/>
                  </a:moveTo>
                  <a:cubicBezTo>
                    <a:pt x="316" y="159"/>
                    <a:pt x="314" y="231"/>
                    <a:pt x="268" y="273"/>
                  </a:cubicBezTo>
                  <a:cubicBezTo>
                    <a:pt x="222" y="316"/>
                    <a:pt x="150" y="313"/>
                    <a:pt x="107" y="268"/>
                  </a:cubicBezTo>
                  <a:cubicBezTo>
                    <a:pt x="65" y="222"/>
                    <a:pt x="67" y="150"/>
                    <a:pt x="113" y="107"/>
                  </a:cubicBezTo>
                  <a:cubicBezTo>
                    <a:pt x="159" y="64"/>
                    <a:pt x="231" y="67"/>
                    <a:pt x="274" y="113"/>
                  </a:cubicBezTo>
                  <a:close/>
                </a:path>
              </a:pathLst>
            </a:custGeom>
            <a:solidFill>
              <a:srgbClr val="B4BA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1057374" y="5366064"/>
              <a:ext cx="477875" cy="477875"/>
            </a:xfrm>
            <a:custGeom>
              <a:avLst/>
              <a:gdLst/>
              <a:ahLst/>
              <a:cxnLst/>
              <a:rect l="l" t="t" r="r" b="b"/>
              <a:pathLst>
                <a:path w="168" h="168">
                  <a:moveTo>
                    <a:pt x="40" y="11"/>
                  </a:moveTo>
                  <a:cubicBezTo>
                    <a:pt x="15" y="34"/>
                    <a:pt x="15" y="34"/>
                    <a:pt x="15" y="34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5" y="50"/>
                    <a:pt x="25" y="53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9"/>
                    <a:pt x="20" y="61"/>
                    <a:pt x="17" y="62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15" y="101"/>
                    <a:pt x="15" y="101"/>
                    <a:pt x="15" y="101"/>
                  </a:cubicBezTo>
                  <a:cubicBezTo>
                    <a:pt x="19" y="101"/>
                    <a:pt x="21" y="104"/>
                    <a:pt x="22" y="107"/>
                  </a:cubicBezTo>
                  <a:cubicBezTo>
                    <a:pt x="22" y="107"/>
                    <a:pt x="22" y="107"/>
                    <a:pt x="22" y="107"/>
                  </a:cubicBezTo>
                  <a:cubicBezTo>
                    <a:pt x="23" y="110"/>
                    <a:pt x="23" y="113"/>
                    <a:pt x="21" y="116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23" y="140"/>
                    <a:pt x="23" y="140"/>
                    <a:pt x="23" y="140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48" y="144"/>
                    <a:pt x="48" y="144"/>
                    <a:pt x="48" y="144"/>
                  </a:cubicBezTo>
                  <a:cubicBezTo>
                    <a:pt x="50" y="143"/>
                    <a:pt x="54" y="142"/>
                    <a:pt x="57" y="144"/>
                  </a:cubicBezTo>
                  <a:cubicBezTo>
                    <a:pt x="57" y="144"/>
                    <a:pt x="57" y="144"/>
                    <a:pt x="57" y="144"/>
                  </a:cubicBezTo>
                  <a:cubicBezTo>
                    <a:pt x="60" y="145"/>
                    <a:pt x="62" y="148"/>
                    <a:pt x="62" y="151"/>
                  </a:cubicBezTo>
                  <a:cubicBezTo>
                    <a:pt x="64" y="166"/>
                    <a:pt x="64" y="166"/>
                    <a:pt x="64" y="166"/>
                  </a:cubicBezTo>
                  <a:cubicBezTo>
                    <a:pt x="98" y="168"/>
                    <a:pt x="98" y="168"/>
                    <a:pt x="98" y="168"/>
                  </a:cubicBezTo>
                  <a:cubicBezTo>
                    <a:pt x="101" y="152"/>
                    <a:pt x="101" y="152"/>
                    <a:pt x="101" y="152"/>
                  </a:cubicBezTo>
                  <a:cubicBezTo>
                    <a:pt x="102" y="149"/>
                    <a:pt x="104" y="147"/>
                    <a:pt x="107" y="146"/>
                  </a:cubicBezTo>
                  <a:cubicBezTo>
                    <a:pt x="107" y="146"/>
                    <a:pt x="107" y="146"/>
                    <a:pt x="107" y="146"/>
                  </a:cubicBezTo>
                  <a:cubicBezTo>
                    <a:pt x="110" y="145"/>
                    <a:pt x="114" y="145"/>
                    <a:pt x="116" y="147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3" y="118"/>
                    <a:pt x="143" y="114"/>
                    <a:pt x="144" y="111"/>
                  </a:cubicBezTo>
                  <a:cubicBezTo>
                    <a:pt x="144" y="111"/>
                    <a:pt x="144" y="111"/>
                    <a:pt x="144" y="111"/>
                  </a:cubicBezTo>
                  <a:cubicBezTo>
                    <a:pt x="146" y="108"/>
                    <a:pt x="148" y="106"/>
                    <a:pt x="152" y="106"/>
                  </a:cubicBezTo>
                  <a:cubicBezTo>
                    <a:pt x="167" y="104"/>
                    <a:pt x="167" y="104"/>
                    <a:pt x="167" y="104"/>
                  </a:cubicBezTo>
                  <a:cubicBezTo>
                    <a:pt x="168" y="70"/>
                    <a:pt x="168" y="70"/>
                    <a:pt x="168" y="70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0" y="66"/>
                    <a:pt x="147" y="64"/>
                    <a:pt x="146" y="61"/>
                  </a:cubicBezTo>
                  <a:cubicBezTo>
                    <a:pt x="146" y="61"/>
                    <a:pt x="146" y="61"/>
                    <a:pt x="146" y="61"/>
                  </a:cubicBezTo>
                  <a:cubicBezTo>
                    <a:pt x="145" y="58"/>
                    <a:pt x="145" y="54"/>
                    <a:pt x="147" y="52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118" y="25"/>
                    <a:pt x="115" y="25"/>
                    <a:pt x="112" y="24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09" y="22"/>
                    <a:pt x="107" y="19"/>
                    <a:pt x="106" y="16"/>
                  </a:cubicBezTo>
                  <a:cubicBezTo>
                    <a:pt x="104" y="1"/>
                    <a:pt x="104" y="1"/>
                    <a:pt x="104" y="1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6" y="18"/>
                    <a:pt x="64" y="20"/>
                    <a:pt x="61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58" y="23"/>
                    <a:pt x="55" y="22"/>
                    <a:pt x="52" y="20"/>
                  </a:cubicBezTo>
                  <a:lnTo>
                    <a:pt x="40" y="11"/>
                  </a:lnTo>
                  <a:close/>
                  <a:moveTo>
                    <a:pt x="121" y="49"/>
                  </a:moveTo>
                  <a:cubicBezTo>
                    <a:pt x="140" y="70"/>
                    <a:pt x="139" y="102"/>
                    <a:pt x="118" y="120"/>
                  </a:cubicBezTo>
                  <a:cubicBezTo>
                    <a:pt x="98" y="139"/>
                    <a:pt x="66" y="138"/>
                    <a:pt x="47" y="118"/>
                  </a:cubicBezTo>
                  <a:cubicBezTo>
                    <a:pt x="29" y="97"/>
                    <a:pt x="30" y="66"/>
                    <a:pt x="50" y="47"/>
                  </a:cubicBezTo>
                  <a:cubicBezTo>
                    <a:pt x="70" y="28"/>
                    <a:pt x="102" y="29"/>
                    <a:pt x="121" y="49"/>
                  </a:cubicBezTo>
                  <a:close/>
                </a:path>
              </a:pathLst>
            </a:custGeom>
            <a:solidFill>
              <a:srgbClr val="E4E4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9312516" y="4779135"/>
              <a:ext cx="705785" cy="703335"/>
            </a:xfrm>
            <a:custGeom>
              <a:avLst/>
              <a:gdLst/>
              <a:ahLst/>
              <a:cxnLst/>
              <a:rect l="l" t="t" r="r" b="b"/>
              <a:pathLst>
                <a:path w="248" h="248">
                  <a:moveTo>
                    <a:pt x="59" y="17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7" y="74"/>
                    <a:pt x="38" y="79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4" y="88"/>
                    <a:pt x="30" y="91"/>
                    <a:pt x="25" y="91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23" y="149"/>
                    <a:pt x="23" y="149"/>
                    <a:pt x="23" y="149"/>
                  </a:cubicBezTo>
                  <a:cubicBezTo>
                    <a:pt x="28" y="150"/>
                    <a:pt x="31" y="153"/>
                    <a:pt x="33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35" y="162"/>
                    <a:pt x="34" y="167"/>
                    <a:pt x="31" y="171"/>
                  </a:cubicBezTo>
                  <a:cubicBezTo>
                    <a:pt x="17" y="189"/>
                    <a:pt x="17" y="189"/>
                    <a:pt x="17" y="189"/>
                  </a:cubicBezTo>
                  <a:cubicBezTo>
                    <a:pt x="34" y="207"/>
                    <a:pt x="34" y="207"/>
                    <a:pt x="34" y="207"/>
                  </a:cubicBezTo>
                  <a:cubicBezTo>
                    <a:pt x="51" y="226"/>
                    <a:pt x="51" y="226"/>
                    <a:pt x="51" y="226"/>
                  </a:cubicBezTo>
                  <a:cubicBezTo>
                    <a:pt x="70" y="213"/>
                    <a:pt x="70" y="213"/>
                    <a:pt x="70" y="213"/>
                  </a:cubicBezTo>
                  <a:cubicBezTo>
                    <a:pt x="74" y="211"/>
                    <a:pt x="79" y="210"/>
                    <a:pt x="84" y="212"/>
                  </a:cubicBezTo>
                  <a:cubicBezTo>
                    <a:pt x="84" y="212"/>
                    <a:pt x="84" y="212"/>
                    <a:pt x="84" y="212"/>
                  </a:cubicBezTo>
                  <a:cubicBezTo>
                    <a:pt x="88" y="214"/>
                    <a:pt x="91" y="218"/>
                    <a:pt x="92" y="223"/>
                  </a:cubicBezTo>
                  <a:cubicBezTo>
                    <a:pt x="95" y="246"/>
                    <a:pt x="95" y="246"/>
                    <a:pt x="95" y="246"/>
                  </a:cubicBezTo>
                  <a:cubicBezTo>
                    <a:pt x="145" y="248"/>
                    <a:pt x="145" y="248"/>
                    <a:pt x="145" y="248"/>
                  </a:cubicBezTo>
                  <a:cubicBezTo>
                    <a:pt x="149" y="225"/>
                    <a:pt x="149" y="225"/>
                    <a:pt x="149" y="225"/>
                  </a:cubicBezTo>
                  <a:cubicBezTo>
                    <a:pt x="150" y="220"/>
                    <a:pt x="154" y="217"/>
                    <a:pt x="158" y="215"/>
                  </a:cubicBezTo>
                  <a:cubicBezTo>
                    <a:pt x="158" y="215"/>
                    <a:pt x="158" y="215"/>
                    <a:pt x="158" y="215"/>
                  </a:cubicBezTo>
                  <a:cubicBezTo>
                    <a:pt x="163" y="213"/>
                    <a:pt x="167" y="214"/>
                    <a:pt x="171" y="217"/>
                  </a:cubicBezTo>
                  <a:cubicBezTo>
                    <a:pt x="189" y="231"/>
                    <a:pt x="189" y="231"/>
                    <a:pt x="189" y="231"/>
                  </a:cubicBezTo>
                  <a:cubicBezTo>
                    <a:pt x="226" y="197"/>
                    <a:pt x="226" y="197"/>
                    <a:pt x="226" y="197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1" y="174"/>
                    <a:pt x="211" y="169"/>
                    <a:pt x="213" y="165"/>
                  </a:cubicBezTo>
                  <a:cubicBezTo>
                    <a:pt x="213" y="164"/>
                    <a:pt x="213" y="164"/>
                    <a:pt x="213" y="164"/>
                  </a:cubicBezTo>
                  <a:cubicBezTo>
                    <a:pt x="215" y="160"/>
                    <a:pt x="219" y="157"/>
                    <a:pt x="223" y="156"/>
                  </a:cubicBezTo>
                  <a:cubicBezTo>
                    <a:pt x="246" y="153"/>
                    <a:pt x="246" y="153"/>
                    <a:pt x="246" y="153"/>
                  </a:cubicBezTo>
                  <a:cubicBezTo>
                    <a:pt x="248" y="103"/>
                    <a:pt x="248" y="103"/>
                    <a:pt x="248" y="103"/>
                  </a:cubicBezTo>
                  <a:cubicBezTo>
                    <a:pt x="225" y="99"/>
                    <a:pt x="225" y="99"/>
                    <a:pt x="225" y="99"/>
                  </a:cubicBezTo>
                  <a:cubicBezTo>
                    <a:pt x="221" y="98"/>
                    <a:pt x="217" y="94"/>
                    <a:pt x="215" y="90"/>
                  </a:cubicBezTo>
                  <a:cubicBezTo>
                    <a:pt x="215" y="90"/>
                    <a:pt x="215" y="90"/>
                    <a:pt x="215" y="90"/>
                  </a:cubicBezTo>
                  <a:cubicBezTo>
                    <a:pt x="214" y="86"/>
                    <a:pt x="214" y="81"/>
                    <a:pt x="217" y="77"/>
                  </a:cubicBezTo>
                  <a:cubicBezTo>
                    <a:pt x="231" y="59"/>
                    <a:pt x="231" y="59"/>
                    <a:pt x="231" y="59"/>
                  </a:cubicBezTo>
                  <a:cubicBezTo>
                    <a:pt x="214" y="40"/>
                    <a:pt x="214" y="40"/>
                    <a:pt x="214" y="40"/>
                  </a:cubicBezTo>
                  <a:cubicBezTo>
                    <a:pt x="197" y="22"/>
                    <a:pt x="197" y="22"/>
                    <a:pt x="197" y="22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4" y="37"/>
                    <a:pt x="169" y="37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0" y="33"/>
                    <a:pt x="157" y="30"/>
                    <a:pt x="157" y="25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8" y="27"/>
                    <a:pt x="95" y="31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86" y="34"/>
                    <a:pt x="81" y="34"/>
                    <a:pt x="77" y="31"/>
                  </a:cubicBezTo>
                  <a:lnTo>
                    <a:pt x="59" y="17"/>
                  </a:lnTo>
                  <a:close/>
                  <a:moveTo>
                    <a:pt x="178" y="74"/>
                  </a:moveTo>
                  <a:cubicBezTo>
                    <a:pt x="206" y="104"/>
                    <a:pt x="204" y="150"/>
                    <a:pt x="174" y="178"/>
                  </a:cubicBezTo>
                  <a:cubicBezTo>
                    <a:pt x="145" y="206"/>
                    <a:pt x="98" y="204"/>
                    <a:pt x="70" y="174"/>
                  </a:cubicBezTo>
                  <a:cubicBezTo>
                    <a:pt x="42" y="144"/>
                    <a:pt x="44" y="98"/>
                    <a:pt x="74" y="70"/>
                  </a:cubicBezTo>
                  <a:cubicBezTo>
                    <a:pt x="104" y="42"/>
                    <a:pt x="151" y="44"/>
                    <a:pt x="178" y="74"/>
                  </a:cubicBezTo>
                  <a:close/>
                </a:path>
              </a:pathLst>
            </a:custGeom>
            <a:solidFill>
              <a:srgbClr val="E4E4EF">
                <a:alpha val="100000"/>
              </a:srgbClr>
            </a:solidFill>
            <a:ln>
              <a:headEnd type="none"/>
              <a:tailEnd type="none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589080" y="2450591"/>
            <a:ext cx="4506920" cy="3655809"/>
            <a:chOff x="1550010" y="2249015"/>
            <a:chExt cx="3756836" cy="3047375"/>
          </a:xfrm>
        </p:grpSpPr>
        <p:sp>
          <p:nvSpPr>
            <p:cNvPr id="8" name="AutoShape 8"/>
            <p:cNvSpPr/>
            <p:nvPr/>
          </p:nvSpPr>
          <p:spPr>
            <a:xfrm>
              <a:off x="1812229" y="2882506"/>
              <a:ext cx="482777" cy="1135873"/>
            </a:xfrm>
            <a:custGeom>
              <a:avLst/>
              <a:gdLst/>
              <a:ahLst/>
              <a:cxnLst/>
              <a:rect l="l" t="t" r="r" b="b"/>
              <a:pathLst>
                <a:path w="394" h="926">
                  <a:moveTo>
                    <a:pt x="65" y="927"/>
                  </a:moveTo>
                  <a:lnTo>
                    <a:pt x="394" y="153"/>
                  </a:lnTo>
                  <a:lnTo>
                    <a:pt x="394" y="0"/>
                  </a:lnTo>
                  <a:lnTo>
                    <a:pt x="0" y="927"/>
                  </a:lnTo>
                  <a:lnTo>
                    <a:pt x="65" y="927"/>
                  </a:lnTo>
                  <a:close/>
                </a:path>
              </a:pathLst>
            </a:cu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2215360" y="2882506"/>
              <a:ext cx="79646" cy="189925"/>
            </a:xfrm>
            <a:custGeom>
              <a:avLst/>
              <a:gdLst/>
              <a:ahLst/>
              <a:cxnLst/>
              <a:rect l="l" t="t" r="r" b="b"/>
              <a:pathLst>
                <a:path w="65" h="155">
                  <a:moveTo>
                    <a:pt x="19" y="143"/>
                  </a:moveTo>
                  <a:lnTo>
                    <a:pt x="65" y="153"/>
                  </a:lnTo>
                  <a:lnTo>
                    <a:pt x="65" y="0"/>
                  </a:lnTo>
                  <a:lnTo>
                    <a:pt x="10" y="132"/>
                  </a:lnTo>
                  <a:lnTo>
                    <a:pt x="0" y="155"/>
                  </a:lnTo>
                  <a:lnTo>
                    <a:pt x="19" y="143"/>
                  </a:lnTo>
                  <a:close/>
                </a:path>
              </a:pathLst>
            </a:cu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1550010" y="4018379"/>
              <a:ext cx="3756836" cy="96801"/>
            </a:xfrm>
            <a:custGeom>
              <a:avLst/>
              <a:gdLst/>
              <a:ahLst/>
              <a:cxnLst/>
              <a:rect l="l" t="t" r="r" b="b"/>
              <a:pathLst>
                <a:path w="1320" h="34">
                  <a:moveTo>
                    <a:pt x="17" y="34"/>
                  </a:moveTo>
                  <a:cubicBezTo>
                    <a:pt x="1303" y="34"/>
                    <a:pt x="1303" y="34"/>
                    <a:pt x="1303" y="34"/>
                  </a:cubicBezTo>
                  <a:cubicBezTo>
                    <a:pt x="1313" y="34"/>
                    <a:pt x="1320" y="27"/>
                    <a:pt x="1320" y="17"/>
                  </a:cubicBezTo>
                  <a:cubicBezTo>
                    <a:pt x="1320" y="8"/>
                    <a:pt x="1313" y="0"/>
                    <a:pt x="130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4"/>
                    <a:pt x="17" y="34"/>
                  </a:cubicBezTo>
                  <a:close/>
                </a:path>
              </a:pathLst>
            </a:custGeom>
            <a:solidFill>
              <a:srgbClr val="8686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1552460" y="4086998"/>
              <a:ext cx="3750710" cy="28182"/>
            </a:xfrm>
            <a:custGeom>
              <a:avLst/>
              <a:gdLst/>
              <a:ahLst/>
              <a:cxnLst/>
              <a:rect l="l" t="t" r="r" b="b"/>
              <a:pathLst>
                <a:path w="1318" h="10">
                  <a:moveTo>
                    <a:pt x="0" y="0"/>
                  </a:moveTo>
                  <a:cubicBezTo>
                    <a:pt x="3" y="6"/>
                    <a:pt x="9" y="10"/>
                    <a:pt x="16" y="10"/>
                  </a:cubicBezTo>
                  <a:cubicBezTo>
                    <a:pt x="1302" y="10"/>
                    <a:pt x="1302" y="10"/>
                    <a:pt x="1302" y="10"/>
                  </a:cubicBezTo>
                  <a:cubicBezTo>
                    <a:pt x="1309" y="10"/>
                    <a:pt x="1315" y="6"/>
                    <a:pt x="13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6D6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2677305" y="3966915"/>
              <a:ext cx="1357656" cy="51464"/>
            </a:xfrm>
            <a:prstGeom prst="rect">
              <a:avLst/>
            </a:prstGeom>
            <a:solidFill>
              <a:srgbClr val="C5C4D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2815767" y="3966915"/>
              <a:ext cx="1357656" cy="51464"/>
            </a:xfrm>
            <a:prstGeom prst="rect">
              <a:avLst/>
            </a:prstGeom>
            <a:solidFill>
              <a:srgbClr val="A5A5A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2344018" y="2294351"/>
              <a:ext cx="2179848" cy="1360107"/>
            </a:xfrm>
            <a:custGeom>
              <a:avLst/>
              <a:gdLst/>
              <a:ahLst/>
              <a:cxnLst/>
              <a:rect l="l" t="t" r="r" b="b"/>
              <a:pathLst>
                <a:path w="766" h="479">
                  <a:moveTo>
                    <a:pt x="738" y="479"/>
                  </a:moveTo>
                  <a:cubicBezTo>
                    <a:pt x="28" y="479"/>
                    <a:pt x="28" y="479"/>
                    <a:pt x="28" y="479"/>
                  </a:cubicBezTo>
                  <a:cubicBezTo>
                    <a:pt x="12" y="479"/>
                    <a:pt x="0" y="467"/>
                    <a:pt x="0" y="45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53" y="0"/>
                    <a:pt x="766" y="13"/>
                    <a:pt x="766" y="28"/>
                  </a:cubicBezTo>
                  <a:cubicBezTo>
                    <a:pt x="766" y="451"/>
                    <a:pt x="766" y="451"/>
                    <a:pt x="766" y="451"/>
                  </a:cubicBezTo>
                  <a:cubicBezTo>
                    <a:pt x="766" y="467"/>
                    <a:pt x="753" y="479"/>
                    <a:pt x="738" y="479"/>
                  </a:cubicBezTo>
                </a:path>
              </a:pathLst>
            </a:custGeom>
            <a:solidFill>
              <a:srgbClr val="3E47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2344018" y="2294351"/>
              <a:ext cx="2179848" cy="142137"/>
            </a:xfrm>
            <a:custGeom>
              <a:avLst/>
              <a:gdLst/>
              <a:ahLst/>
              <a:cxnLst/>
              <a:rect l="l" t="t" r="r" b="b"/>
              <a:pathLst>
                <a:path w="766" h="50">
                  <a:moveTo>
                    <a:pt x="766" y="50"/>
                  </a:moveTo>
                  <a:cubicBezTo>
                    <a:pt x="766" y="26"/>
                    <a:pt x="766" y="26"/>
                    <a:pt x="766" y="26"/>
                  </a:cubicBezTo>
                  <a:cubicBezTo>
                    <a:pt x="766" y="12"/>
                    <a:pt x="754" y="0"/>
                    <a:pt x="74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50"/>
                    <a:pt x="0" y="50"/>
                    <a:pt x="0" y="50"/>
                  </a:cubicBezTo>
                  <a:lnTo>
                    <a:pt x="766" y="50"/>
                  </a:lnTo>
                  <a:close/>
                </a:path>
              </a:pathLst>
            </a:custGeom>
            <a:solidFill>
              <a:srgbClr val="A7A6B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3604874" y="2992784"/>
              <a:ext cx="301429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3604874" y="3092036"/>
              <a:ext cx="374948" cy="51464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4017808" y="3092036"/>
              <a:ext cx="185024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3604874" y="3191287"/>
              <a:ext cx="148265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3803377" y="3191287"/>
              <a:ext cx="552621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3803377" y="3191287"/>
              <a:ext cx="552621" cy="51464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3974922" y="2992784"/>
              <a:ext cx="172770" cy="51464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3604874" y="2523487"/>
              <a:ext cx="301429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3604874" y="2623963"/>
              <a:ext cx="374948" cy="50239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4017808" y="2623963"/>
              <a:ext cx="185024" cy="50239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3604874" y="2723214"/>
              <a:ext cx="148265" cy="50239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3803377" y="2723214"/>
              <a:ext cx="552621" cy="50239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3974922" y="2523487"/>
              <a:ext cx="172770" cy="51464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2585407" y="2992784"/>
              <a:ext cx="302655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2585407" y="3092036"/>
              <a:ext cx="373723" cy="51464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2998340" y="3092036"/>
              <a:ext cx="185024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2585407" y="3191287"/>
              <a:ext cx="148265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2785134" y="3191287"/>
              <a:ext cx="548944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2955454" y="2992784"/>
              <a:ext cx="173996" cy="51464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2585407" y="2523487"/>
              <a:ext cx="302655" cy="51464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2585407" y="2623963"/>
              <a:ext cx="373723" cy="50239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2998340" y="2623963"/>
              <a:ext cx="185024" cy="50239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2585407" y="2723214"/>
              <a:ext cx="148265" cy="50239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2785134" y="2723214"/>
              <a:ext cx="548944" cy="50239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2955454" y="2523487"/>
              <a:ext cx="173996" cy="51464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2295006" y="2249015"/>
              <a:ext cx="2274197" cy="1450781"/>
            </a:xfrm>
            <a:custGeom>
              <a:avLst/>
              <a:gdLst/>
              <a:ahLst/>
              <a:cxnLst/>
              <a:rect l="l" t="t" r="r" b="b"/>
              <a:pathLst>
                <a:path w="799" h="511">
                  <a:moveTo>
                    <a:pt x="745" y="511"/>
                  </a:moveTo>
                  <a:cubicBezTo>
                    <a:pt x="54" y="511"/>
                    <a:pt x="54" y="511"/>
                    <a:pt x="54" y="511"/>
                  </a:cubicBezTo>
                  <a:cubicBezTo>
                    <a:pt x="25" y="511"/>
                    <a:pt x="0" y="487"/>
                    <a:pt x="0" y="458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745" y="0"/>
                    <a:pt x="745" y="0"/>
                    <a:pt x="745" y="0"/>
                  </a:cubicBezTo>
                  <a:cubicBezTo>
                    <a:pt x="775" y="0"/>
                    <a:pt x="799" y="24"/>
                    <a:pt x="799" y="54"/>
                  </a:cubicBezTo>
                  <a:cubicBezTo>
                    <a:pt x="799" y="458"/>
                    <a:pt x="799" y="458"/>
                    <a:pt x="799" y="458"/>
                  </a:cubicBezTo>
                  <a:cubicBezTo>
                    <a:pt x="799" y="487"/>
                    <a:pt x="775" y="511"/>
                    <a:pt x="745" y="511"/>
                  </a:cubicBezTo>
                  <a:moveTo>
                    <a:pt x="54" y="32"/>
                  </a:moveTo>
                  <a:cubicBezTo>
                    <a:pt x="42" y="32"/>
                    <a:pt x="33" y="42"/>
                    <a:pt x="33" y="54"/>
                  </a:cubicBezTo>
                  <a:cubicBezTo>
                    <a:pt x="33" y="386"/>
                    <a:pt x="33" y="386"/>
                    <a:pt x="33" y="386"/>
                  </a:cubicBezTo>
                  <a:cubicBezTo>
                    <a:pt x="33" y="398"/>
                    <a:pt x="42" y="408"/>
                    <a:pt x="54" y="408"/>
                  </a:cubicBezTo>
                  <a:cubicBezTo>
                    <a:pt x="745" y="408"/>
                    <a:pt x="745" y="408"/>
                    <a:pt x="745" y="408"/>
                  </a:cubicBezTo>
                  <a:cubicBezTo>
                    <a:pt x="757" y="408"/>
                    <a:pt x="767" y="398"/>
                    <a:pt x="767" y="386"/>
                  </a:cubicBezTo>
                  <a:cubicBezTo>
                    <a:pt x="767" y="54"/>
                    <a:pt x="767" y="54"/>
                    <a:pt x="767" y="54"/>
                  </a:cubicBezTo>
                  <a:cubicBezTo>
                    <a:pt x="767" y="42"/>
                    <a:pt x="757" y="32"/>
                    <a:pt x="745" y="32"/>
                  </a:cubicBezTo>
                  <a:cubicBezTo>
                    <a:pt x="54" y="32"/>
                    <a:pt x="54" y="32"/>
                    <a:pt x="54" y="32"/>
                  </a:cubicBezTo>
                </a:path>
              </a:pathLst>
            </a:custGeom>
            <a:solidFill>
              <a:srgbClr val="8686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4182001" y="3236624"/>
              <a:ext cx="79646" cy="6127"/>
            </a:xfrm>
            <a:custGeom>
              <a:avLst/>
              <a:gdLst/>
              <a:ahLst/>
              <a:cxnLst/>
              <a:rect l="l" t="t" r="r" b="b"/>
              <a:pathLst>
                <a:path w="28" h="2">
                  <a:moveTo>
                    <a:pt x="14" y="0"/>
                  </a:moveTo>
                  <a:cubicBezTo>
                    <a:pt x="9" y="0"/>
                    <a:pt x="4" y="1"/>
                    <a:pt x="0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4" y="1"/>
                    <a:pt x="19" y="0"/>
                    <a:pt x="14" y="0"/>
                  </a:cubicBezTo>
                </a:path>
              </a:pathLst>
            </a:custGeom>
            <a:solidFill>
              <a:srgbClr val="D2D2D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4065595" y="3406943"/>
              <a:ext cx="486453" cy="287951"/>
            </a:xfrm>
            <a:custGeom>
              <a:avLst/>
              <a:gdLst/>
              <a:ahLst/>
              <a:cxnLst/>
              <a:rect l="l" t="t" r="r" b="b"/>
              <a:pathLst>
                <a:path w="171" h="100">
                  <a:moveTo>
                    <a:pt x="11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3"/>
                    <a:pt x="8" y="26"/>
                    <a:pt x="18" y="35"/>
                  </a:cubicBezTo>
                  <a:cubicBezTo>
                    <a:pt x="28" y="45"/>
                    <a:pt x="41" y="50"/>
                    <a:pt x="55" y="50"/>
                  </a:cubicBezTo>
                  <a:cubicBezTo>
                    <a:pt x="60" y="50"/>
                    <a:pt x="66" y="49"/>
                    <a:pt x="71" y="47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138" y="101"/>
                    <a:pt x="138" y="101"/>
                    <a:pt x="138" y="101"/>
                  </a:cubicBezTo>
                  <a:cubicBezTo>
                    <a:pt x="153" y="97"/>
                    <a:pt x="165" y="87"/>
                    <a:pt x="171" y="7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8" y="7"/>
                    <a:pt x="108" y="7"/>
                    <a:pt x="108" y="7"/>
                  </a:cubicBezTo>
                  <a:cubicBezTo>
                    <a:pt x="109" y="5"/>
                    <a:pt x="109" y="2"/>
                    <a:pt x="110" y="0"/>
                  </a:cubicBezTo>
                </a:path>
              </a:pathLst>
            </a:custGeom>
            <a:solidFill>
              <a:srgbClr val="6F6F7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2389356" y="2316407"/>
              <a:ext cx="2089174" cy="85773"/>
            </a:xfrm>
            <a:custGeom>
              <a:avLst/>
              <a:gdLst/>
              <a:ahLst/>
              <a:cxnLst/>
              <a:rect l="l" t="t" r="r" b="b"/>
              <a:pathLst>
                <a:path w="734" h="30">
                  <a:moveTo>
                    <a:pt x="71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8"/>
                    <a:pt x="9" y="8"/>
                    <a:pt x="21" y="8"/>
                  </a:cubicBezTo>
                  <a:cubicBezTo>
                    <a:pt x="712" y="8"/>
                    <a:pt x="712" y="8"/>
                    <a:pt x="712" y="8"/>
                  </a:cubicBezTo>
                  <a:cubicBezTo>
                    <a:pt x="724" y="8"/>
                    <a:pt x="734" y="18"/>
                    <a:pt x="734" y="30"/>
                  </a:cubicBezTo>
                  <a:cubicBezTo>
                    <a:pt x="734" y="22"/>
                    <a:pt x="734" y="22"/>
                    <a:pt x="734" y="22"/>
                  </a:cubicBezTo>
                  <a:cubicBezTo>
                    <a:pt x="734" y="10"/>
                    <a:pt x="724" y="0"/>
                    <a:pt x="712" y="0"/>
                  </a:cubicBezTo>
                  <a:close/>
                </a:path>
              </a:pathLst>
            </a:custGeom>
            <a:solidFill>
              <a:srgbClr val="6D6D6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2295006" y="3527025"/>
              <a:ext cx="2274197" cy="172770"/>
            </a:xfrm>
            <a:custGeom>
              <a:avLst/>
              <a:gdLst/>
              <a:ahLst/>
              <a:cxnLst/>
              <a:rect l="l" t="t" r="r" b="b"/>
              <a:pathLst>
                <a:path w="799" h="61">
                  <a:moveTo>
                    <a:pt x="745" y="54"/>
                  </a:moveTo>
                  <a:cubicBezTo>
                    <a:pt x="54" y="54"/>
                    <a:pt x="54" y="54"/>
                    <a:pt x="54" y="54"/>
                  </a:cubicBezTo>
                  <a:cubicBezTo>
                    <a:pt x="25" y="54"/>
                    <a:pt x="0" y="29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7"/>
                    <a:pt x="25" y="61"/>
                    <a:pt x="54" y="61"/>
                  </a:cubicBezTo>
                  <a:cubicBezTo>
                    <a:pt x="745" y="61"/>
                    <a:pt x="745" y="61"/>
                    <a:pt x="745" y="61"/>
                  </a:cubicBezTo>
                  <a:cubicBezTo>
                    <a:pt x="775" y="61"/>
                    <a:pt x="799" y="37"/>
                    <a:pt x="799" y="8"/>
                  </a:cubicBezTo>
                  <a:cubicBezTo>
                    <a:pt x="799" y="0"/>
                    <a:pt x="799" y="0"/>
                    <a:pt x="799" y="0"/>
                  </a:cubicBezTo>
                  <a:cubicBezTo>
                    <a:pt x="799" y="29"/>
                    <a:pt x="775" y="54"/>
                    <a:pt x="745" y="54"/>
                  </a:cubicBezTo>
                  <a:close/>
                </a:path>
              </a:pathLst>
            </a:custGeom>
            <a:solidFill>
              <a:srgbClr val="6D6D6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4332716" y="2367871"/>
              <a:ext cx="46562" cy="45337"/>
            </a:xfrm>
            <a:prstGeom prst="ellipse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4253069" y="2367871"/>
              <a:ext cx="46562" cy="45337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4173424" y="2367871"/>
              <a:ext cx="46562" cy="45337"/>
            </a:xfrm>
            <a:prstGeom prst="ellipse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2150418" y="2831042"/>
              <a:ext cx="572225" cy="1187337"/>
            </a:xfrm>
            <a:custGeom>
              <a:avLst/>
              <a:gdLst/>
              <a:ahLst/>
              <a:cxnLst/>
              <a:rect l="l" t="t" r="r" b="b"/>
              <a:pathLst>
                <a:path w="467" h="969">
                  <a:moveTo>
                    <a:pt x="65" y="969"/>
                  </a:moveTo>
                  <a:lnTo>
                    <a:pt x="467" y="23"/>
                  </a:lnTo>
                  <a:lnTo>
                    <a:pt x="413" y="0"/>
                  </a:lnTo>
                  <a:lnTo>
                    <a:pt x="0" y="969"/>
                  </a:lnTo>
                  <a:lnTo>
                    <a:pt x="65" y="969"/>
                  </a:lnTo>
                  <a:close/>
                </a:path>
              </a:pathLst>
            </a:cu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2232515" y="3038122"/>
              <a:ext cx="352893" cy="73519"/>
            </a:xfrm>
            <a:custGeom>
              <a:avLst/>
              <a:gdLst/>
              <a:ahLst/>
              <a:cxnLst/>
              <a:rect l="l" t="t" r="r" b="b"/>
              <a:pathLst>
                <a:path w="124" h="26"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26"/>
                    <a:pt x="124" y="26"/>
                    <a:pt x="124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</a:path>
              </a:pathLst>
            </a:cu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2135714" y="3299115"/>
              <a:ext cx="350442" cy="74745"/>
            </a:xfrm>
            <a:prstGeom prst="rect">
              <a:avLst/>
            </a:pr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2021759" y="3561334"/>
              <a:ext cx="359019" cy="73519"/>
            </a:xfrm>
            <a:prstGeom prst="rect">
              <a:avLst/>
            </a:pr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917607" y="3822327"/>
              <a:ext cx="346766" cy="73519"/>
            </a:xfrm>
            <a:prstGeom prst="rect">
              <a:avLst/>
            </a:prstGeom>
            <a:solidFill>
              <a:srgbClr val="B4BAD1">
                <a:alpha val="100000"/>
                <a:lumMod val="5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4110932" y="3123895"/>
              <a:ext cx="709462" cy="903062"/>
            </a:xfrm>
            <a:custGeom>
              <a:avLst/>
              <a:gdLst/>
              <a:ahLst/>
              <a:cxnLst/>
              <a:rect l="l" t="t" r="r" b="b"/>
              <a:pathLst>
                <a:path w="249" h="318">
                  <a:moveTo>
                    <a:pt x="242" y="282"/>
                  </a:moveTo>
                  <a:cubicBezTo>
                    <a:pt x="104" y="86"/>
                    <a:pt x="104" y="86"/>
                    <a:pt x="104" y="86"/>
                  </a:cubicBezTo>
                  <a:cubicBezTo>
                    <a:pt x="107" y="79"/>
                    <a:pt x="107" y="79"/>
                    <a:pt x="107" y="79"/>
                  </a:cubicBezTo>
                  <a:cubicBezTo>
                    <a:pt x="115" y="61"/>
                    <a:pt x="113" y="41"/>
                    <a:pt x="102" y="25"/>
                  </a:cubicBezTo>
                  <a:cubicBezTo>
                    <a:pt x="91" y="9"/>
                    <a:pt x="72" y="0"/>
                    <a:pt x="53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42" y="76"/>
                    <a:pt x="42" y="76"/>
                    <a:pt x="42" y="76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0" y="51"/>
                    <a:pt x="1" y="72"/>
                    <a:pt x="13" y="88"/>
                  </a:cubicBezTo>
                  <a:cubicBezTo>
                    <a:pt x="24" y="104"/>
                    <a:pt x="43" y="113"/>
                    <a:pt x="62" y="111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208" y="306"/>
                    <a:pt x="208" y="306"/>
                    <a:pt x="208" y="306"/>
                  </a:cubicBezTo>
                  <a:cubicBezTo>
                    <a:pt x="214" y="316"/>
                    <a:pt x="228" y="318"/>
                    <a:pt x="237" y="311"/>
                  </a:cubicBezTo>
                  <a:cubicBezTo>
                    <a:pt x="247" y="305"/>
                    <a:pt x="249" y="291"/>
                    <a:pt x="242" y="282"/>
                  </a:cubicBezTo>
                  <a:close/>
                </a:path>
              </a:pathLst>
            </a:custGeom>
            <a:solidFill>
              <a:srgbClr val="ADADA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4362124" y="3421647"/>
              <a:ext cx="398230" cy="534240"/>
            </a:xfrm>
            <a:custGeom>
              <a:avLst/>
              <a:gdLst/>
              <a:ahLst/>
              <a:cxnLst/>
              <a:rect l="l" t="t" r="r" b="b"/>
              <a:pathLst>
                <a:path w="140" h="188">
                  <a:moveTo>
                    <a:pt x="134" y="184"/>
                  </a:moveTo>
                  <a:cubicBezTo>
                    <a:pt x="134" y="184"/>
                    <a:pt x="134" y="184"/>
                    <a:pt x="134" y="184"/>
                  </a:cubicBezTo>
                  <a:cubicBezTo>
                    <a:pt x="129" y="188"/>
                    <a:pt x="122" y="187"/>
                    <a:pt x="119" y="182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0" y="13"/>
                    <a:pt x="1" y="6"/>
                    <a:pt x="6" y="3"/>
                  </a:cubicBezTo>
                  <a:cubicBezTo>
                    <a:pt x="11" y="0"/>
                    <a:pt x="17" y="1"/>
                    <a:pt x="20" y="5"/>
                  </a:cubicBezTo>
                  <a:cubicBezTo>
                    <a:pt x="136" y="170"/>
                    <a:pt x="136" y="170"/>
                    <a:pt x="136" y="170"/>
                  </a:cubicBezTo>
                  <a:cubicBezTo>
                    <a:pt x="140" y="175"/>
                    <a:pt x="138" y="181"/>
                    <a:pt x="134" y="184"/>
                  </a:cubicBezTo>
                  <a:close/>
                </a:path>
              </a:pathLst>
            </a:custGeom>
            <a:solidFill>
              <a:srgbClr val="8686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3419851" y="4188698"/>
              <a:ext cx="583253" cy="943498"/>
            </a:xfrm>
            <a:custGeom>
              <a:avLst/>
              <a:gdLst/>
              <a:ahLst/>
              <a:cxnLst/>
              <a:rect l="l" t="t" r="r" b="b"/>
              <a:pathLst>
                <a:path w="205" h="332">
                  <a:moveTo>
                    <a:pt x="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128" y="0"/>
                    <a:pt x="131" y="0"/>
                    <a:pt x="133" y="1"/>
                  </a:cubicBezTo>
                  <a:cubicBezTo>
                    <a:pt x="176" y="5"/>
                    <a:pt x="205" y="48"/>
                    <a:pt x="195" y="90"/>
                  </a:cubicBezTo>
                  <a:cubicBezTo>
                    <a:pt x="143" y="332"/>
                    <a:pt x="143" y="332"/>
                    <a:pt x="143" y="332"/>
                  </a:cubicBezTo>
                  <a:cubicBezTo>
                    <a:pt x="68" y="332"/>
                    <a:pt x="68" y="332"/>
                    <a:pt x="68" y="332"/>
                  </a:cubicBezTo>
                  <a:cubicBezTo>
                    <a:pt x="104" y="102"/>
                    <a:pt x="104" y="102"/>
                    <a:pt x="104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68394">
                <a:alpha val="100000"/>
                <a:lumMod val="75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3613451" y="5132196"/>
              <a:ext cx="366372" cy="142137"/>
            </a:xfrm>
            <a:custGeom>
              <a:avLst/>
              <a:gdLst/>
              <a:ahLst/>
              <a:cxnLst/>
              <a:rect l="l" t="t" r="r" b="b"/>
              <a:pathLst>
                <a:path w="129" h="50">
                  <a:moveTo>
                    <a:pt x="0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129" y="6"/>
                    <a:pt x="129" y="50"/>
                  </a:cubicBezTo>
                  <a:cubicBezTo>
                    <a:pt x="0" y="50"/>
                    <a:pt x="0" y="50"/>
                    <a:pt x="0" y="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31D0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2856203" y="4188698"/>
              <a:ext cx="583253" cy="943498"/>
            </a:xfrm>
            <a:custGeom>
              <a:avLst/>
              <a:gdLst/>
              <a:ahLst/>
              <a:cxnLst/>
              <a:rect l="l" t="t" r="r" b="b"/>
              <a:pathLst>
                <a:path w="205" h="332">
                  <a:moveTo>
                    <a:pt x="205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6" y="0"/>
                    <a:pt x="74" y="0"/>
                    <a:pt x="71" y="1"/>
                  </a:cubicBezTo>
                  <a:cubicBezTo>
                    <a:pt x="28" y="5"/>
                    <a:pt x="0" y="48"/>
                    <a:pt x="10" y="90"/>
                  </a:cubicBezTo>
                  <a:cubicBezTo>
                    <a:pt x="62" y="332"/>
                    <a:pt x="62" y="332"/>
                    <a:pt x="62" y="332"/>
                  </a:cubicBezTo>
                  <a:cubicBezTo>
                    <a:pt x="136" y="332"/>
                    <a:pt x="136" y="332"/>
                    <a:pt x="136" y="332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205" y="102"/>
                    <a:pt x="205" y="102"/>
                    <a:pt x="205" y="102"/>
                  </a:cubicBezTo>
                  <a:cubicBezTo>
                    <a:pt x="205" y="0"/>
                    <a:pt x="205" y="0"/>
                    <a:pt x="205" y="0"/>
                  </a:cubicBezTo>
                </a:path>
              </a:pathLst>
            </a:custGeom>
            <a:solidFill>
              <a:srgbClr val="768394">
                <a:alpha val="100000"/>
                <a:lumMod val="75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3073085" y="2915589"/>
              <a:ext cx="147038" cy="219333"/>
            </a:xfrm>
            <a:custGeom>
              <a:avLst/>
              <a:gdLst/>
              <a:ahLst/>
              <a:cxnLst/>
              <a:rect l="l" t="t" r="r" b="b"/>
              <a:pathLst>
                <a:path w="52" h="77">
                  <a:moveTo>
                    <a:pt x="52" y="25"/>
                  </a:moveTo>
                  <a:cubicBezTo>
                    <a:pt x="52" y="25"/>
                    <a:pt x="36" y="0"/>
                    <a:pt x="18" y="14"/>
                  </a:cubicBezTo>
                  <a:cubicBezTo>
                    <a:pt x="0" y="27"/>
                    <a:pt x="19" y="77"/>
                    <a:pt x="52" y="69"/>
                  </a:cubicBezTo>
                  <a:lnTo>
                    <a:pt x="52" y="25"/>
                  </a:lnTo>
                  <a:close/>
                </a:path>
              </a:pathLst>
            </a:custGeom>
            <a:solidFill>
              <a:srgbClr val="EDAC7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3106168" y="2969504"/>
              <a:ext cx="113955" cy="137236"/>
            </a:xfrm>
            <a:custGeom>
              <a:avLst/>
              <a:gdLst/>
              <a:ahLst/>
              <a:cxnLst/>
              <a:rect l="l" t="t" r="r" b="b"/>
              <a:pathLst>
                <a:path w="40" h="48">
                  <a:moveTo>
                    <a:pt x="40" y="23"/>
                  </a:moveTo>
                  <a:cubicBezTo>
                    <a:pt x="40" y="45"/>
                    <a:pt x="40" y="45"/>
                    <a:pt x="40" y="45"/>
                  </a:cubicBezTo>
                  <a:cubicBezTo>
                    <a:pt x="12" y="48"/>
                    <a:pt x="0" y="8"/>
                    <a:pt x="13" y="3"/>
                  </a:cubicBezTo>
                  <a:cubicBezTo>
                    <a:pt x="24" y="0"/>
                    <a:pt x="35" y="15"/>
                    <a:pt x="40" y="23"/>
                  </a:cubicBezTo>
                  <a:close/>
                </a:path>
              </a:pathLst>
            </a:custGeom>
            <a:solidFill>
              <a:srgbClr val="F7A58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3129450" y="2973179"/>
              <a:ext cx="90673" cy="62492"/>
            </a:xfrm>
            <a:custGeom>
              <a:avLst/>
              <a:gdLst/>
              <a:ahLst/>
              <a:cxnLst/>
              <a:rect l="l" t="t" r="r" b="b"/>
              <a:pathLst>
                <a:path w="32" h="22"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2" y="6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1" y="4"/>
                    <a:pt x="14" y="5"/>
                    <a:pt x="16" y="7"/>
                  </a:cubicBezTo>
                  <a:cubicBezTo>
                    <a:pt x="17" y="7"/>
                    <a:pt x="18" y="8"/>
                    <a:pt x="19" y="9"/>
                  </a:cubicBezTo>
                  <a:cubicBezTo>
                    <a:pt x="20" y="10"/>
                    <a:pt x="21" y="11"/>
                    <a:pt x="22" y="12"/>
                  </a:cubicBezTo>
                  <a:cubicBezTo>
                    <a:pt x="24" y="13"/>
                    <a:pt x="26" y="15"/>
                    <a:pt x="27" y="17"/>
                  </a:cubicBezTo>
                  <a:cubicBezTo>
                    <a:pt x="30" y="20"/>
                    <a:pt x="32" y="22"/>
                    <a:pt x="32" y="22"/>
                  </a:cubicBezTo>
                  <a:cubicBezTo>
                    <a:pt x="32" y="22"/>
                    <a:pt x="32" y="21"/>
                    <a:pt x="31" y="20"/>
                  </a:cubicBezTo>
                  <a:cubicBezTo>
                    <a:pt x="31" y="19"/>
                    <a:pt x="30" y="17"/>
                    <a:pt x="29" y="15"/>
                  </a:cubicBezTo>
                  <a:cubicBezTo>
                    <a:pt x="28" y="14"/>
                    <a:pt x="28" y="13"/>
                    <a:pt x="27" y="12"/>
                  </a:cubicBezTo>
                  <a:cubicBezTo>
                    <a:pt x="26" y="11"/>
                    <a:pt x="25" y="10"/>
                    <a:pt x="25" y="9"/>
                  </a:cubicBezTo>
                  <a:cubicBezTo>
                    <a:pt x="23" y="7"/>
                    <a:pt x="21" y="5"/>
                    <a:pt x="18" y="4"/>
                  </a:cubicBezTo>
                  <a:cubicBezTo>
                    <a:pt x="17" y="3"/>
                    <a:pt x="15" y="2"/>
                    <a:pt x="14" y="1"/>
                  </a:cubicBezTo>
                  <a:cubicBezTo>
                    <a:pt x="13" y="1"/>
                    <a:pt x="11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3"/>
                    <a:pt x="2" y="3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3678394" y="2967053"/>
              <a:ext cx="165419" cy="221784"/>
            </a:xfrm>
            <a:custGeom>
              <a:avLst/>
              <a:gdLst/>
              <a:ahLst/>
              <a:cxnLst/>
              <a:rect l="l" t="t" r="r" b="b"/>
              <a:pathLst>
                <a:path w="57" h="78">
                  <a:moveTo>
                    <a:pt x="7" y="22"/>
                  </a:moveTo>
                  <a:cubicBezTo>
                    <a:pt x="7" y="22"/>
                    <a:pt x="27" y="0"/>
                    <a:pt x="43" y="16"/>
                  </a:cubicBezTo>
                  <a:cubicBezTo>
                    <a:pt x="58" y="33"/>
                    <a:pt x="31" y="78"/>
                    <a:pt x="0" y="65"/>
                  </a:cubicBezTo>
                  <a:lnTo>
                    <a:pt x="7" y="22"/>
                  </a:lnTo>
                  <a:close/>
                </a:path>
              </a:pathLst>
            </a:custGeom>
            <a:solidFill>
              <a:srgbClr val="EDAC7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3678394" y="3020968"/>
              <a:ext cx="133561" cy="136011"/>
            </a:xfrm>
            <a:custGeom>
              <a:avLst/>
              <a:gdLst/>
              <a:ahLst/>
              <a:cxnLst/>
              <a:rect l="l" t="t" r="r" b="b"/>
              <a:pathLst>
                <a:path w="47" h="48">
                  <a:moveTo>
                    <a:pt x="4" y="19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28" y="48"/>
                    <a:pt x="47" y="11"/>
                    <a:pt x="34" y="5"/>
                  </a:cubicBezTo>
                  <a:cubicBezTo>
                    <a:pt x="24" y="0"/>
                    <a:pt x="10" y="12"/>
                    <a:pt x="4" y="19"/>
                  </a:cubicBezTo>
                  <a:close/>
                </a:path>
              </a:pathLst>
            </a:custGeom>
            <a:solidFill>
              <a:srgbClr val="F7A58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3690647" y="3027094"/>
              <a:ext cx="95575" cy="47788"/>
            </a:xfrm>
            <a:custGeom>
              <a:avLst/>
              <a:gdLst/>
              <a:ahLst/>
              <a:cxnLst/>
              <a:rect l="l" t="t" r="r" b="b"/>
              <a:pathLst>
                <a:path w="34" h="17">
                  <a:moveTo>
                    <a:pt x="34" y="11"/>
                  </a:move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9"/>
                  </a:cubicBezTo>
                  <a:cubicBezTo>
                    <a:pt x="33" y="8"/>
                    <a:pt x="33" y="6"/>
                    <a:pt x="31" y="5"/>
                  </a:cubicBezTo>
                  <a:cubicBezTo>
                    <a:pt x="31" y="5"/>
                    <a:pt x="31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3" y="3"/>
                    <a:pt x="21" y="4"/>
                    <a:pt x="19" y="5"/>
                  </a:cubicBezTo>
                  <a:cubicBezTo>
                    <a:pt x="17" y="5"/>
                    <a:pt x="16" y="6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0" y="10"/>
                    <a:pt x="8" y="12"/>
                    <a:pt x="6" y="13"/>
                  </a:cubicBezTo>
                  <a:cubicBezTo>
                    <a:pt x="3" y="15"/>
                    <a:pt x="0" y="17"/>
                    <a:pt x="0" y="17"/>
                  </a:cubicBezTo>
                  <a:cubicBezTo>
                    <a:pt x="0" y="17"/>
                    <a:pt x="1" y="16"/>
                    <a:pt x="1" y="15"/>
                  </a:cubicBezTo>
                  <a:cubicBezTo>
                    <a:pt x="2" y="14"/>
                    <a:pt x="3" y="13"/>
                    <a:pt x="4" y="11"/>
                  </a:cubicBezTo>
                  <a:cubicBezTo>
                    <a:pt x="5" y="10"/>
                    <a:pt x="6" y="10"/>
                    <a:pt x="7" y="9"/>
                  </a:cubicBezTo>
                  <a:cubicBezTo>
                    <a:pt x="8" y="8"/>
                    <a:pt x="9" y="7"/>
                    <a:pt x="10" y="6"/>
                  </a:cubicBezTo>
                  <a:cubicBezTo>
                    <a:pt x="12" y="4"/>
                    <a:pt x="14" y="3"/>
                    <a:pt x="17" y="1"/>
                  </a:cubicBezTo>
                  <a:cubicBezTo>
                    <a:pt x="18" y="1"/>
                    <a:pt x="20" y="0"/>
                    <a:pt x="21" y="0"/>
                  </a:cubicBezTo>
                  <a:cubicBezTo>
                    <a:pt x="23" y="0"/>
                    <a:pt x="24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3"/>
                    <a:pt x="33" y="3"/>
                    <a:pt x="33" y="4"/>
                  </a:cubicBezTo>
                  <a:cubicBezTo>
                    <a:pt x="34" y="5"/>
                    <a:pt x="34" y="6"/>
                    <a:pt x="34" y="7"/>
                  </a:cubicBezTo>
                  <a:cubicBezTo>
                    <a:pt x="34" y="8"/>
                    <a:pt x="34" y="8"/>
                    <a:pt x="34" y="9"/>
                  </a:cubicBezTo>
                  <a:cubicBezTo>
                    <a:pt x="34" y="10"/>
                    <a:pt x="34" y="10"/>
                    <a:pt x="34" y="10"/>
                  </a:cubicBezTo>
                  <a:lnTo>
                    <a:pt x="34" y="11"/>
                  </a:ln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3370838" y="3214568"/>
              <a:ext cx="139687" cy="246290"/>
            </a:xfrm>
            <a:custGeom>
              <a:avLst/>
              <a:gdLst/>
              <a:ahLst/>
              <a:cxnLst/>
              <a:rect l="l" t="t" r="r" b="b"/>
              <a:pathLst>
                <a:path w="49" h="87">
                  <a:moveTo>
                    <a:pt x="1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49" y="72"/>
                    <a:pt x="45" y="86"/>
                    <a:pt x="25" y="86"/>
                  </a:cubicBezTo>
                  <a:cubicBezTo>
                    <a:pt x="5" y="87"/>
                    <a:pt x="0" y="72"/>
                    <a:pt x="0" y="72"/>
                  </a:cubicBezTo>
                  <a:cubicBezTo>
                    <a:pt x="0" y="7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DAC7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3370838" y="3214568"/>
              <a:ext cx="139687" cy="246290"/>
            </a:xfrm>
            <a:custGeom>
              <a:avLst/>
              <a:gdLst/>
              <a:ahLst/>
              <a:cxnLst/>
              <a:rect l="l" t="t" r="r" b="b"/>
              <a:pathLst>
                <a:path w="49" h="87">
                  <a:moveTo>
                    <a:pt x="1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49" y="72"/>
                    <a:pt x="45" y="86"/>
                    <a:pt x="25" y="86"/>
                  </a:cubicBezTo>
                  <a:cubicBezTo>
                    <a:pt x="5" y="87"/>
                    <a:pt x="0" y="72"/>
                    <a:pt x="0" y="72"/>
                  </a:cubicBezTo>
                  <a:cubicBezTo>
                    <a:pt x="0" y="7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3374514" y="3245201"/>
              <a:ext cx="136011" cy="68618"/>
            </a:xfrm>
            <a:custGeom>
              <a:avLst/>
              <a:gdLst/>
              <a:ahLst/>
              <a:cxnLst/>
              <a:rect l="l" t="t" r="r" b="b"/>
              <a:pathLst>
                <a:path w="48" h="24">
                  <a:moveTo>
                    <a:pt x="3" y="0"/>
                  </a:move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13"/>
                    <a:pt x="48" y="21"/>
                  </a:cubicBezTo>
                  <a:cubicBezTo>
                    <a:pt x="48" y="22"/>
                    <a:pt x="34" y="23"/>
                    <a:pt x="33" y="23"/>
                  </a:cubicBezTo>
                  <a:cubicBezTo>
                    <a:pt x="22" y="24"/>
                    <a:pt x="11" y="22"/>
                    <a:pt x="0" y="18"/>
                  </a:cubicBezTo>
                  <a:cubicBezTo>
                    <a:pt x="1" y="1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3185815" y="2714637"/>
              <a:ext cx="558747" cy="605309"/>
            </a:xfrm>
            <a:custGeom>
              <a:avLst/>
              <a:gdLst/>
              <a:ahLst/>
              <a:cxnLst/>
              <a:rect l="l" t="t" r="r" b="b"/>
              <a:pathLst>
                <a:path w="196" h="213">
                  <a:moveTo>
                    <a:pt x="2" y="75"/>
                  </a:moveTo>
                  <a:cubicBezTo>
                    <a:pt x="6" y="43"/>
                    <a:pt x="22" y="15"/>
                    <a:pt x="55" y="5"/>
                  </a:cubicBezTo>
                  <a:cubicBezTo>
                    <a:pt x="71" y="0"/>
                    <a:pt x="89" y="0"/>
                    <a:pt x="106" y="2"/>
                  </a:cubicBezTo>
                  <a:cubicBezTo>
                    <a:pt x="123" y="3"/>
                    <a:pt x="140" y="6"/>
                    <a:pt x="156" y="14"/>
                  </a:cubicBezTo>
                  <a:cubicBezTo>
                    <a:pt x="183" y="27"/>
                    <a:pt x="178" y="41"/>
                    <a:pt x="178" y="70"/>
                  </a:cubicBezTo>
                  <a:cubicBezTo>
                    <a:pt x="178" y="73"/>
                    <a:pt x="196" y="89"/>
                    <a:pt x="196" y="92"/>
                  </a:cubicBezTo>
                  <a:cubicBezTo>
                    <a:pt x="195" y="98"/>
                    <a:pt x="195" y="105"/>
                    <a:pt x="195" y="111"/>
                  </a:cubicBezTo>
                  <a:cubicBezTo>
                    <a:pt x="193" y="126"/>
                    <a:pt x="189" y="140"/>
                    <a:pt x="183" y="154"/>
                  </a:cubicBezTo>
                  <a:cubicBezTo>
                    <a:pt x="176" y="171"/>
                    <a:pt x="165" y="185"/>
                    <a:pt x="150" y="196"/>
                  </a:cubicBezTo>
                  <a:cubicBezTo>
                    <a:pt x="141" y="202"/>
                    <a:pt x="131" y="206"/>
                    <a:pt x="121" y="208"/>
                  </a:cubicBezTo>
                  <a:cubicBezTo>
                    <a:pt x="105" y="213"/>
                    <a:pt x="89" y="213"/>
                    <a:pt x="72" y="209"/>
                  </a:cubicBezTo>
                  <a:cubicBezTo>
                    <a:pt x="61" y="206"/>
                    <a:pt x="50" y="201"/>
                    <a:pt x="41" y="194"/>
                  </a:cubicBezTo>
                  <a:cubicBezTo>
                    <a:pt x="25" y="183"/>
                    <a:pt x="13" y="167"/>
                    <a:pt x="7" y="149"/>
                  </a:cubicBezTo>
                  <a:cubicBezTo>
                    <a:pt x="2" y="134"/>
                    <a:pt x="0" y="118"/>
                    <a:pt x="0" y="102"/>
                  </a:cubicBezTo>
                  <a:cubicBezTo>
                    <a:pt x="0" y="93"/>
                    <a:pt x="0" y="84"/>
                    <a:pt x="2" y="76"/>
                  </a:cubicBezTo>
                  <a:lnTo>
                    <a:pt x="2" y="75"/>
                  </a:ln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3185815" y="2850647"/>
              <a:ext cx="3677" cy="79646"/>
            </a:xfrm>
            <a:custGeom>
              <a:avLst/>
              <a:gdLst/>
              <a:ahLst/>
              <a:cxnLst/>
              <a:rect l="l" t="t" r="r" b="b"/>
              <a:pathLst>
                <a:path w="1" h="28">
                  <a:moveTo>
                    <a:pt x="0" y="28"/>
                  </a:moveTo>
                  <a:cubicBezTo>
                    <a:pt x="0" y="28"/>
                    <a:pt x="0" y="15"/>
                    <a:pt x="1" y="0"/>
                  </a:cubicBezTo>
                  <a:cubicBezTo>
                    <a:pt x="0" y="16"/>
                    <a:pt x="0" y="28"/>
                    <a:pt x="0" y="28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3024072" y="2585978"/>
              <a:ext cx="782981" cy="749897"/>
            </a:xfrm>
            <a:custGeom>
              <a:avLst/>
              <a:gdLst/>
              <a:ahLst/>
              <a:cxnLst/>
              <a:rect l="l" t="t" r="r" b="b"/>
              <a:pathLst>
                <a:path w="275" h="264">
                  <a:moveTo>
                    <a:pt x="76" y="56"/>
                  </a:moveTo>
                  <a:cubicBezTo>
                    <a:pt x="104" y="13"/>
                    <a:pt x="258" y="0"/>
                    <a:pt x="267" y="145"/>
                  </a:cubicBezTo>
                  <a:cubicBezTo>
                    <a:pt x="275" y="251"/>
                    <a:pt x="155" y="264"/>
                    <a:pt x="98" y="239"/>
                  </a:cubicBezTo>
                  <a:cubicBezTo>
                    <a:pt x="0" y="197"/>
                    <a:pt x="47" y="99"/>
                    <a:pt x="76" y="56"/>
                  </a:cubicBezTo>
                  <a:close/>
                </a:path>
              </a:pathLst>
            </a:custGeom>
            <a:solidFill>
              <a:srgbClr val="6666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3106168" y="2498980"/>
              <a:ext cx="664124" cy="553845"/>
            </a:xfrm>
            <a:custGeom>
              <a:avLst/>
              <a:gdLst/>
              <a:ahLst/>
              <a:cxnLst/>
              <a:rect l="l" t="t" r="r" b="b"/>
              <a:pathLst>
                <a:path w="233" h="195">
                  <a:moveTo>
                    <a:pt x="27" y="195"/>
                  </a:moveTo>
                  <a:cubicBezTo>
                    <a:pt x="27" y="195"/>
                    <a:pt x="13" y="191"/>
                    <a:pt x="6" y="161"/>
                  </a:cubicBezTo>
                  <a:cubicBezTo>
                    <a:pt x="0" y="140"/>
                    <a:pt x="6" y="96"/>
                    <a:pt x="32" y="75"/>
                  </a:cubicBezTo>
                  <a:cubicBezTo>
                    <a:pt x="47" y="62"/>
                    <a:pt x="51" y="68"/>
                    <a:pt x="51" y="68"/>
                  </a:cubicBezTo>
                  <a:cubicBezTo>
                    <a:pt x="51" y="68"/>
                    <a:pt x="55" y="53"/>
                    <a:pt x="84" y="41"/>
                  </a:cubicBezTo>
                  <a:cubicBezTo>
                    <a:pt x="178" y="0"/>
                    <a:pt x="201" y="44"/>
                    <a:pt x="215" y="81"/>
                  </a:cubicBezTo>
                  <a:cubicBezTo>
                    <a:pt x="233" y="131"/>
                    <a:pt x="224" y="168"/>
                    <a:pt x="126" y="136"/>
                  </a:cubicBezTo>
                  <a:cubicBezTo>
                    <a:pt x="86" y="123"/>
                    <a:pt x="61" y="116"/>
                    <a:pt x="61" y="116"/>
                  </a:cubicBezTo>
                  <a:cubicBezTo>
                    <a:pt x="61" y="116"/>
                    <a:pt x="62" y="129"/>
                    <a:pt x="54" y="147"/>
                  </a:cubicBezTo>
                  <a:cubicBezTo>
                    <a:pt x="46" y="165"/>
                    <a:pt x="27" y="185"/>
                    <a:pt x="27" y="185"/>
                  </a:cubicBezTo>
                </a:path>
              </a:pathLst>
            </a:custGeom>
            <a:solidFill>
              <a:srgbClr val="6666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2901540" y="3410620"/>
              <a:ext cx="1073382" cy="605309"/>
            </a:xfrm>
            <a:custGeom>
              <a:avLst/>
              <a:gdLst/>
              <a:ahLst/>
              <a:cxnLst/>
              <a:rect l="l" t="t" r="r" b="b"/>
              <a:pathLst>
                <a:path w="377" h="213">
                  <a:moveTo>
                    <a:pt x="365" y="154"/>
                  </a:moveTo>
                  <a:cubicBezTo>
                    <a:pt x="310" y="30"/>
                    <a:pt x="310" y="30"/>
                    <a:pt x="310" y="30"/>
                  </a:cubicBezTo>
                  <a:cubicBezTo>
                    <a:pt x="302" y="12"/>
                    <a:pt x="281" y="0"/>
                    <a:pt x="258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96" y="0"/>
                    <a:pt x="75" y="12"/>
                    <a:pt x="68" y="30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0" y="183"/>
                    <a:pt x="27" y="213"/>
                    <a:pt x="65" y="213"/>
                  </a:cubicBezTo>
                  <a:cubicBezTo>
                    <a:pt x="185" y="213"/>
                    <a:pt x="185" y="213"/>
                    <a:pt x="185" y="213"/>
                  </a:cubicBezTo>
                  <a:cubicBezTo>
                    <a:pt x="192" y="213"/>
                    <a:pt x="192" y="213"/>
                    <a:pt x="192" y="213"/>
                  </a:cubicBezTo>
                  <a:cubicBezTo>
                    <a:pt x="312" y="213"/>
                    <a:pt x="312" y="213"/>
                    <a:pt x="312" y="213"/>
                  </a:cubicBezTo>
                  <a:cubicBezTo>
                    <a:pt x="350" y="213"/>
                    <a:pt x="377" y="183"/>
                    <a:pt x="365" y="154"/>
                  </a:cubicBezTo>
                  <a:close/>
                </a:path>
              </a:pathLst>
            </a:custGeom>
            <a:solidFill>
              <a:srgbClr val="12529F">
                <a:alpha val="100000"/>
                <a:lumMod val="20000"/>
                <a:lumOff val="8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3055931" y="3473111"/>
              <a:ext cx="773178" cy="911639"/>
            </a:xfrm>
            <a:custGeom>
              <a:avLst/>
              <a:gdLst/>
              <a:ahLst/>
              <a:cxnLst/>
              <a:rect l="l" t="t" r="r" b="b"/>
              <a:pathLst>
                <a:path w="272" h="321">
                  <a:moveTo>
                    <a:pt x="216" y="321"/>
                  </a:moveTo>
                  <a:cubicBezTo>
                    <a:pt x="57" y="321"/>
                    <a:pt x="57" y="321"/>
                    <a:pt x="57" y="321"/>
                  </a:cubicBezTo>
                  <a:cubicBezTo>
                    <a:pt x="25" y="321"/>
                    <a:pt x="0" y="296"/>
                    <a:pt x="0" y="265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7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47" y="0"/>
                    <a:pt x="272" y="25"/>
                    <a:pt x="272" y="56"/>
                  </a:cubicBezTo>
                  <a:cubicBezTo>
                    <a:pt x="272" y="265"/>
                    <a:pt x="272" y="265"/>
                    <a:pt x="272" y="265"/>
                  </a:cubicBezTo>
                  <a:cubicBezTo>
                    <a:pt x="272" y="296"/>
                    <a:pt x="247" y="321"/>
                    <a:pt x="216" y="321"/>
                  </a:cubicBezTo>
                  <a:close/>
                </a:path>
              </a:pathLst>
            </a:custGeom>
            <a:solidFill>
              <a:srgbClr val="3974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3092691" y="3473111"/>
              <a:ext cx="699659" cy="857725"/>
            </a:xfrm>
            <a:custGeom>
              <a:avLst/>
              <a:gdLst/>
              <a:ahLst/>
              <a:cxnLst/>
              <a:rect l="l" t="t" r="r" b="b"/>
              <a:pathLst>
                <a:path w="246" h="302">
                  <a:moveTo>
                    <a:pt x="190" y="302"/>
                  </a:moveTo>
                  <a:cubicBezTo>
                    <a:pt x="57" y="302"/>
                    <a:pt x="57" y="302"/>
                    <a:pt x="57" y="302"/>
                  </a:cubicBezTo>
                  <a:cubicBezTo>
                    <a:pt x="26" y="302"/>
                    <a:pt x="0" y="276"/>
                    <a:pt x="0" y="245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21" y="0"/>
                    <a:pt x="246" y="25"/>
                    <a:pt x="246" y="56"/>
                  </a:cubicBezTo>
                  <a:cubicBezTo>
                    <a:pt x="246" y="245"/>
                    <a:pt x="246" y="245"/>
                    <a:pt x="246" y="245"/>
                  </a:cubicBezTo>
                  <a:cubicBezTo>
                    <a:pt x="246" y="276"/>
                    <a:pt x="221" y="302"/>
                    <a:pt x="190" y="302"/>
                  </a:cubicBezTo>
                  <a:close/>
                </a:path>
              </a:pathLst>
            </a:custGeom>
            <a:solidFill>
              <a:srgbClr val="285C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3080437" y="2913139"/>
              <a:ext cx="700884" cy="454595"/>
            </a:xfrm>
            <a:custGeom>
              <a:avLst/>
              <a:gdLst/>
              <a:ahLst/>
              <a:cxnLst/>
              <a:rect l="l" t="t" r="r" b="b"/>
              <a:pathLst>
                <a:path w="246" h="160">
                  <a:moveTo>
                    <a:pt x="190" y="160"/>
                  </a:moveTo>
                  <a:cubicBezTo>
                    <a:pt x="57" y="160"/>
                    <a:pt x="57" y="160"/>
                    <a:pt x="57" y="160"/>
                  </a:cubicBezTo>
                  <a:cubicBezTo>
                    <a:pt x="26" y="160"/>
                    <a:pt x="0" y="135"/>
                    <a:pt x="0" y="10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21" y="0"/>
                    <a:pt x="246" y="26"/>
                    <a:pt x="246" y="57"/>
                  </a:cubicBezTo>
                  <a:cubicBezTo>
                    <a:pt x="246" y="104"/>
                    <a:pt x="246" y="104"/>
                    <a:pt x="246" y="104"/>
                  </a:cubicBezTo>
                  <a:cubicBezTo>
                    <a:pt x="246" y="135"/>
                    <a:pt x="221" y="160"/>
                    <a:pt x="190" y="160"/>
                  </a:cubicBezTo>
                  <a:close/>
                </a:path>
              </a:pathLst>
            </a:custGeom>
            <a:solidFill>
              <a:srgbClr val="3974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3126999" y="2930293"/>
              <a:ext cx="611436" cy="398230"/>
            </a:xfrm>
            <a:custGeom>
              <a:avLst/>
              <a:gdLst/>
              <a:ahLst/>
              <a:cxnLst/>
              <a:rect l="l" t="t" r="r" b="b"/>
              <a:pathLst>
                <a:path w="215" h="140">
                  <a:moveTo>
                    <a:pt x="169" y="140"/>
                  </a:moveTo>
                  <a:cubicBezTo>
                    <a:pt x="45" y="140"/>
                    <a:pt x="45" y="140"/>
                    <a:pt x="45" y="140"/>
                  </a:cubicBezTo>
                  <a:cubicBezTo>
                    <a:pt x="20" y="140"/>
                    <a:pt x="0" y="120"/>
                    <a:pt x="0" y="9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94" y="0"/>
                    <a:pt x="215" y="20"/>
                    <a:pt x="215" y="46"/>
                  </a:cubicBezTo>
                  <a:cubicBezTo>
                    <a:pt x="215" y="95"/>
                    <a:pt x="215" y="95"/>
                    <a:pt x="215" y="95"/>
                  </a:cubicBezTo>
                  <a:cubicBezTo>
                    <a:pt x="215" y="120"/>
                    <a:pt x="194" y="140"/>
                    <a:pt x="169" y="140"/>
                  </a:cubicBezTo>
                  <a:close/>
                </a:path>
              </a:pathLst>
            </a:custGeom>
            <a:solidFill>
              <a:srgbClr val="285C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2976284" y="4399454"/>
              <a:ext cx="904287" cy="211981"/>
            </a:xfrm>
            <a:prstGeom prst="ellipse">
              <a:avLst/>
            </a:prstGeom>
            <a:solidFill>
              <a:srgbClr val="285C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3080437" y="4399454"/>
              <a:ext cx="692307" cy="53914"/>
            </a:xfrm>
            <a:custGeom>
              <a:avLst/>
              <a:gdLst/>
              <a:ahLst/>
              <a:cxnLst/>
              <a:rect l="l" t="t" r="r" b="b"/>
              <a:pathLst>
                <a:path w="243" h="19">
                  <a:moveTo>
                    <a:pt x="0" y="14"/>
                  </a:moveTo>
                  <a:cubicBezTo>
                    <a:pt x="30" y="17"/>
                    <a:pt x="73" y="19"/>
                    <a:pt x="122" y="19"/>
                  </a:cubicBezTo>
                  <a:cubicBezTo>
                    <a:pt x="171" y="19"/>
                    <a:pt x="214" y="17"/>
                    <a:pt x="243" y="14"/>
                  </a:cubicBezTo>
                  <a:cubicBezTo>
                    <a:pt x="214" y="6"/>
                    <a:pt x="171" y="0"/>
                    <a:pt x="122" y="0"/>
                  </a:cubicBezTo>
                  <a:cubicBezTo>
                    <a:pt x="73" y="0"/>
                    <a:pt x="30" y="6"/>
                    <a:pt x="0" y="14"/>
                  </a:cubicBezTo>
                  <a:close/>
                </a:path>
              </a:pathLst>
            </a:custGeom>
            <a:solidFill>
              <a:srgbClr val="3974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3383091" y="4611435"/>
              <a:ext cx="84547" cy="0"/>
            </a:xfrm>
            <a:custGeom>
              <a:avLst/>
              <a:gdLst/>
              <a:ahLst/>
              <a:cxnLst/>
              <a:rect l="l" t="t" r="r" b="b"/>
              <a:pathLst>
                <a:path w="30"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7" y="0"/>
                    <a:pt x="17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14" y="0"/>
                  </a:moveTo>
                  <a:cubicBezTo>
                    <a:pt x="14" y="0"/>
                    <a:pt x="14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7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19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9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7" y="0"/>
                  </a:moveTo>
                  <a:cubicBezTo>
                    <a:pt x="7" y="0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5" y="0"/>
                  </a:moveTo>
                  <a:cubicBezTo>
                    <a:pt x="5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27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28" y="0"/>
                  </a:moveTo>
                  <a:cubicBezTo>
                    <a:pt x="28" y="0"/>
                    <a:pt x="27" y="0"/>
                    <a:pt x="27" y="0"/>
                  </a:cubicBezTo>
                  <a:cubicBezTo>
                    <a:pt x="27" y="0"/>
                    <a:pt x="27" y="0"/>
                    <a:pt x="28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7BFD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2983637" y="4526887"/>
              <a:ext cx="888358" cy="84547"/>
            </a:xfrm>
            <a:custGeom>
              <a:avLst/>
              <a:gdLst/>
              <a:ahLst/>
              <a:cxnLst/>
              <a:rect l="l" t="t" r="r" b="b"/>
              <a:pathLst>
                <a:path w="312" h="30">
                  <a:moveTo>
                    <a:pt x="3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3" y="16"/>
                    <a:pt x="70" y="28"/>
                    <a:pt x="140" y="30"/>
                  </a:cubicBezTo>
                  <a:cubicBezTo>
                    <a:pt x="140" y="30"/>
                    <a:pt x="140" y="30"/>
                    <a:pt x="140" y="30"/>
                  </a:cubicBezTo>
                  <a:cubicBezTo>
                    <a:pt x="140" y="30"/>
                    <a:pt x="140" y="30"/>
                    <a:pt x="140" y="30"/>
                  </a:cubicBezTo>
                  <a:cubicBezTo>
                    <a:pt x="140" y="30"/>
                    <a:pt x="140" y="30"/>
                    <a:pt x="140" y="3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41" y="30"/>
                    <a:pt x="141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7" y="30"/>
                    <a:pt x="167" y="30"/>
                  </a:cubicBezTo>
                  <a:cubicBezTo>
                    <a:pt x="167" y="30"/>
                    <a:pt x="167" y="30"/>
                    <a:pt x="167" y="30"/>
                  </a:cubicBezTo>
                  <a:cubicBezTo>
                    <a:pt x="167" y="30"/>
                    <a:pt x="167" y="30"/>
                    <a:pt x="167" y="30"/>
                  </a:cubicBezTo>
                  <a:cubicBezTo>
                    <a:pt x="167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9" y="30"/>
                    <a:pt x="169" y="30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69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241" y="29"/>
                    <a:pt x="298" y="16"/>
                    <a:pt x="312" y="0"/>
                  </a:cubicBezTo>
                </a:path>
              </a:pathLst>
            </a:custGeom>
            <a:solidFill>
              <a:srgbClr val="13456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3359810" y="3986521"/>
              <a:ext cx="133561" cy="1154253"/>
            </a:xfrm>
            <a:custGeom>
              <a:avLst/>
              <a:gdLst/>
              <a:ahLst/>
              <a:cxnLst/>
              <a:rect l="l" t="t" r="r" b="b"/>
              <a:pathLst>
                <a:path w="47" h="406">
                  <a:moveTo>
                    <a:pt x="47" y="406"/>
                  </a:moveTo>
                  <a:cubicBezTo>
                    <a:pt x="0" y="406"/>
                    <a:pt x="0" y="406"/>
                    <a:pt x="0" y="40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7" y="11"/>
                    <a:pt x="47" y="24"/>
                  </a:cubicBezTo>
                  <a:lnTo>
                    <a:pt x="47" y="406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2" name="AutoShape 82"/>
            <p:cNvSpPr/>
            <p:nvPr/>
          </p:nvSpPr>
          <p:spPr>
            <a:xfrm>
              <a:off x="3379416" y="3023418"/>
              <a:ext cx="94350" cy="980257"/>
            </a:xfrm>
            <a:custGeom>
              <a:avLst/>
              <a:gdLst/>
              <a:ahLst/>
              <a:cxnLst/>
              <a:rect l="l" t="t" r="r" b="b"/>
              <a:pathLst>
                <a:path w="33" h="345">
                  <a:moveTo>
                    <a:pt x="33" y="345"/>
                  </a:moveTo>
                  <a:cubicBezTo>
                    <a:pt x="0" y="345"/>
                    <a:pt x="0" y="345"/>
                    <a:pt x="0" y="345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lnTo>
                    <a:pt x="33" y="345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3" name="AutoShape 83"/>
            <p:cNvSpPr/>
            <p:nvPr/>
          </p:nvSpPr>
          <p:spPr>
            <a:xfrm>
              <a:off x="2879484" y="5132196"/>
              <a:ext cx="363921" cy="142137"/>
            </a:xfrm>
            <a:custGeom>
              <a:avLst/>
              <a:gdLst/>
              <a:ahLst/>
              <a:cxnLst/>
              <a:rect l="l" t="t" r="r" b="b"/>
              <a:pathLst>
                <a:path w="128" h="50">
                  <a:moveTo>
                    <a:pt x="12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0" y="6"/>
                    <a:pt x="0" y="50"/>
                  </a:cubicBezTo>
                  <a:cubicBezTo>
                    <a:pt x="128" y="50"/>
                    <a:pt x="128" y="50"/>
                    <a:pt x="128" y="50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rgbClr val="331D0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4" name="AutoShape 84"/>
            <p:cNvSpPr/>
            <p:nvPr/>
          </p:nvSpPr>
          <p:spPr>
            <a:xfrm>
              <a:off x="2791261" y="4003675"/>
              <a:ext cx="637167" cy="637167"/>
            </a:xfrm>
            <a:custGeom>
              <a:avLst/>
              <a:gdLst/>
              <a:ahLst/>
              <a:cxnLst/>
              <a:rect l="l" t="t" r="r" b="b"/>
              <a:pathLst>
                <a:path w="224" h="224">
                  <a:moveTo>
                    <a:pt x="222" y="209"/>
                  </a:moveTo>
                  <a:cubicBezTo>
                    <a:pt x="221" y="209"/>
                    <a:pt x="157" y="214"/>
                    <a:pt x="85" y="193"/>
                  </a:cubicBezTo>
                  <a:cubicBezTo>
                    <a:pt x="34" y="178"/>
                    <a:pt x="41" y="72"/>
                    <a:pt x="49" y="22"/>
                  </a:cubicBezTo>
                  <a:cubicBezTo>
                    <a:pt x="69" y="21"/>
                    <a:pt x="85" y="16"/>
                    <a:pt x="85" y="11"/>
                  </a:cubicBezTo>
                  <a:cubicBezTo>
                    <a:pt x="85" y="5"/>
                    <a:pt x="66" y="0"/>
                    <a:pt x="42" y="0"/>
                  </a:cubicBezTo>
                  <a:cubicBezTo>
                    <a:pt x="19" y="0"/>
                    <a:pt x="0" y="5"/>
                    <a:pt x="0" y="11"/>
                  </a:cubicBezTo>
                  <a:cubicBezTo>
                    <a:pt x="0" y="16"/>
                    <a:pt x="13" y="20"/>
                    <a:pt x="31" y="21"/>
                  </a:cubicBezTo>
                  <a:cubicBezTo>
                    <a:pt x="25" y="61"/>
                    <a:pt x="11" y="187"/>
                    <a:pt x="79" y="207"/>
                  </a:cubicBezTo>
                  <a:cubicBezTo>
                    <a:pt x="128" y="222"/>
                    <a:pt x="174" y="224"/>
                    <a:pt x="200" y="224"/>
                  </a:cubicBezTo>
                  <a:cubicBezTo>
                    <a:pt x="214" y="224"/>
                    <a:pt x="223" y="224"/>
                    <a:pt x="224" y="224"/>
                  </a:cubicBezTo>
                  <a:lnTo>
                    <a:pt x="222" y="209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5" name="AutoShape 85"/>
            <p:cNvSpPr/>
            <p:nvPr/>
          </p:nvSpPr>
          <p:spPr>
            <a:xfrm>
              <a:off x="3448033" y="4003675"/>
              <a:ext cx="634716" cy="637167"/>
            </a:xfrm>
            <a:custGeom>
              <a:avLst/>
              <a:gdLst/>
              <a:ahLst/>
              <a:cxnLst/>
              <a:rect l="l" t="t" r="r" b="b"/>
              <a:pathLst>
                <a:path w="223" h="224">
                  <a:moveTo>
                    <a:pt x="2" y="209"/>
                  </a:moveTo>
                  <a:cubicBezTo>
                    <a:pt x="2" y="209"/>
                    <a:pt x="67" y="214"/>
                    <a:pt x="138" y="193"/>
                  </a:cubicBezTo>
                  <a:cubicBezTo>
                    <a:pt x="190" y="178"/>
                    <a:pt x="183" y="72"/>
                    <a:pt x="175" y="22"/>
                  </a:cubicBezTo>
                  <a:cubicBezTo>
                    <a:pt x="155" y="21"/>
                    <a:pt x="139" y="16"/>
                    <a:pt x="139" y="11"/>
                  </a:cubicBezTo>
                  <a:cubicBezTo>
                    <a:pt x="139" y="5"/>
                    <a:pt x="158" y="0"/>
                    <a:pt x="181" y="0"/>
                  </a:cubicBezTo>
                  <a:cubicBezTo>
                    <a:pt x="205" y="0"/>
                    <a:pt x="223" y="5"/>
                    <a:pt x="223" y="11"/>
                  </a:cubicBezTo>
                  <a:cubicBezTo>
                    <a:pt x="223" y="16"/>
                    <a:pt x="211" y="20"/>
                    <a:pt x="193" y="21"/>
                  </a:cubicBezTo>
                  <a:cubicBezTo>
                    <a:pt x="199" y="61"/>
                    <a:pt x="213" y="187"/>
                    <a:pt x="144" y="207"/>
                  </a:cubicBezTo>
                  <a:cubicBezTo>
                    <a:pt x="95" y="222"/>
                    <a:pt x="50" y="224"/>
                    <a:pt x="24" y="224"/>
                  </a:cubicBezTo>
                  <a:cubicBezTo>
                    <a:pt x="10" y="224"/>
                    <a:pt x="1" y="224"/>
                    <a:pt x="0" y="224"/>
                  </a:cubicBezTo>
                  <a:lnTo>
                    <a:pt x="2" y="209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6" name="AutoShape 86"/>
            <p:cNvSpPr/>
            <p:nvPr/>
          </p:nvSpPr>
          <p:spPr>
            <a:xfrm>
              <a:off x="3351232" y="5140774"/>
              <a:ext cx="154391" cy="155616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7" name="AutoShape 87"/>
            <p:cNvSpPr/>
            <p:nvPr/>
          </p:nvSpPr>
          <p:spPr>
            <a:xfrm>
              <a:off x="3351232" y="3938733"/>
              <a:ext cx="154391" cy="155616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8" name="AutoShape 88"/>
            <p:cNvSpPr/>
            <p:nvPr/>
          </p:nvSpPr>
          <p:spPr>
            <a:xfrm>
              <a:off x="3092691" y="5140774"/>
              <a:ext cx="156841" cy="155616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9" name="AutoShape 89"/>
            <p:cNvSpPr/>
            <p:nvPr/>
          </p:nvSpPr>
          <p:spPr>
            <a:xfrm>
              <a:off x="3607325" y="5140774"/>
              <a:ext cx="156841" cy="155616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0" name="AutoShape 90"/>
            <p:cNvSpPr/>
            <p:nvPr/>
          </p:nvSpPr>
          <p:spPr>
            <a:xfrm>
              <a:off x="3191941" y="5132196"/>
              <a:ext cx="472974" cy="53914"/>
            </a:xfrm>
            <a:prstGeom prst="rect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12529F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2529F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12529F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501445"/>
            <a:ext cx="12192000" cy="3364325"/>
          </a:xfrm>
          <a:prstGeom prst="rect">
            <a:avLst/>
          </a:prstGeom>
          <a:solidFill>
            <a:srgbClr val="162E46">
              <a:alpha val="100000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3" name="Group 3"/>
          <p:cNvGrpSpPr/>
          <p:nvPr/>
        </p:nvGrpSpPr>
        <p:grpSpPr>
          <a:xfrm>
            <a:off x="2566182" y="1205559"/>
            <a:ext cx="3529818" cy="3435378"/>
            <a:chOff x="3660775" y="974725"/>
            <a:chExt cx="5043488" cy="4908550"/>
          </a:xfrm>
        </p:grpSpPr>
        <p:sp>
          <p:nvSpPr>
            <p:cNvPr id="4" name="AutoShape 4"/>
            <p:cNvSpPr/>
            <p:nvPr/>
          </p:nvSpPr>
          <p:spPr>
            <a:xfrm>
              <a:off x="4000500" y="2686050"/>
              <a:ext cx="625475" cy="1471613"/>
            </a:xfrm>
            <a:custGeom>
              <a:avLst/>
              <a:gdLst/>
              <a:ahLst/>
              <a:cxnLst/>
              <a:rect l="l" t="t" r="r" b="b"/>
              <a:pathLst>
                <a:path w="394" h="926">
                  <a:moveTo>
                    <a:pt x="65" y="927"/>
                  </a:moveTo>
                  <a:lnTo>
                    <a:pt x="394" y="153"/>
                  </a:lnTo>
                  <a:lnTo>
                    <a:pt x="394" y="0"/>
                  </a:lnTo>
                  <a:lnTo>
                    <a:pt x="0" y="927"/>
                  </a:lnTo>
                  <a:lnTo>
                    <a:pt x="65" y="927"/>
                  </a:lnTo>
                  <a:close/>
                </a:path>
              </a:pathLst>
            </a:custGeom>
            <a:solidFill>
              <a:srgbClr val="D6953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522788" y="2686050"/>
              <a:ext cx="103188" cy="246063"/>
            </a:xfrm>
            <a:custGeom>
              <a:avLst/>
              <a:gdLst/>
              <a:ahLst/>
              <a:cxnLst/>
              <a:rect l="l" t="t" r="r" b="b"/>
              <a:pathLst>
                <a:path w="65" h="155">
                  <a:moveTo>
                    <a:pt x="19" y="143"/>
                  </a:moveTo>
                  <a:lnTo>
                    <a:pt x="65" y="153"/>
                  </a:lnTo>
                  <a:lnTo>
                    <a:pt x="65" y="0"/>
                  </a:lnTo>
                  <a:lnTo>
                    <a:pt x="10" y="132"/>
                  </a:lnTo>
                  <a:lnTo>
                    <a:pt x="0" y="155"/>
                  </a:lnTo>
                  <a:lnTo>
                    <a:pt x="19" y="143"/>
                  </a:lnTo>
                  <a:close/>
                </a:path>
              </a:pathLst>
            </a:custGeom>
            <a:solidFill>
              <a:srgbClr val="B57B3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607175" y="1352550"/>
              <a:ext cx="1404938" cy="1403350"/>
            </a:xfrm>
            <a:custGeom>
              <a:avLst/>
              <a:gdLst/>
              <a:ahLst/>
              <a:cxnLst/>
              <a:rect l="l" t="t" r="r" b="b"/>
              <a:pathLst>
                <a:path w="381" h="381">
                  <a:moveTo>
                    <a:pt x="90" y="25"/>
                  </a:moveTo>
                  <a:cubicBezTo>
                    <a:pt x="34" y="78"/>
                    <a:pt x="34" y="78"/>
                    <a:pt x="34" y="78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7" y="113"/>
                    <a:pt x="57" y="121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1" y="134"/>
                    <a:pt x="45" y="139"/>
                    <a:pt x="38" y="140"/>
                  </a:cubicBezTo>
                  <a:cubicBezTo>
                    <a:pt x="3" y="145"/>
                    <a:pt x="3" y="145"/>
                    <a:pt x="3" y="145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35" y="229"/>
                    <a:pt x="35" y="229"/>
                    <a:pt x="35" y="229"/>
                  </a:cubicBezTo>
                  <a:cubicBezTo>
                    <a:pt x="42" y="230"/>
                    <a:pt x="47" y="235"/>
                    <a:pt x="50" y="242"/>
                  </a:cubicBezTo>
                  <a:cubicBezTo>
                    <a:pt x="50" y="242"/>
                    <a:pt x="50" y="242"/>
                    <a:pt x="50" y="242"/>
                  </a:cubicBezTo>
                  <a:cubicBezTo>
                    <a:pt x="53" y="249"/>
                    <a:pt x="52" y="257"/>
                    <a:pt x="47" y="263"/>
                  </a:cubicBezTo>
                  <a:cubicBezTo>
                    <a:pt x="26" y="291"/>
                    <a:pt x="26" y="291"/>
                    <a:pt x="26" y="291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47"/>
                    <a:pt x="78" y="347"/>
                    <a:pt x="78" y="347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14" y="324"/>
                    <a:pt x="121" y="323"/>
                    <a:pt x="128" y="326"/>
                  </a:cubicBezTo>
                  <a:cubicBezTo>
                    <a:pt x="128" y="326"/>
                    <a:pt x="128" y="326"/>
                    <a:pt x="128" y="326"/>
                  </a:cubicBezTo>
                  <a:cubicBezTo>
                    <a:pt x="135" y="329"/>
                    <a:pt x="139" y="335"/>
                    <a:pt x="140" y="343"/>
                  </a:cubicBezTo>
                  <a:cubicBezTo>
                    <a:pt x="145" y="378"/>
                    <a:pt x="145" y="378"/>
                    <a:pt x="145" y="378"/>
                  </a:cubicBezTo>
                  <a:cubicBezTo>
                    <a:pt x="222" y="381"/>
                    <a:pt x="222" y="381"/>
                    <a:pt x="222" y="381"/>
                  </a:cubicBezTo>
                  <a:cubicBezTo>
                    <a:pt x="229" y="346"/>
                    <a:pt x="229" y="346"/>
                    <a:pt x="229" y="346"/>
                  </a:cubicBezTo>
                  <a:cubicBezTo>
                    <a:pt x="231" y="339"/>
                    <a:pt x="236" y="333"/>
                    <a:pt x="243" y="331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50" y="328"/>
                    <a:pt x="257" y="329"/>
                    <a:pt x="263" y="333"/>
                  </a:cubicBezTo>
                  <a:cubicBezTo>
                    <a:pt x="291" y="355"/>
                    <a:pt x="291" y="355"/>
                    <a:pt x="291" y="355"/>
                  </a:cubicBezTo>
                  <a:cubicBezTo>
                    <a:pt x="347" y="303"/>
                    <a:pt x="347" y="303"/>
                    <a:pt x="347" y="30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24" y="267"/>
                    <a:pt x="324" y="259"/>
                    <a:pt x="327" y="253"/>
                  </a:cubicBezTo>
                  <a:cubicBezTo>
                    <a:pt x="327" y="253"/>
                    <a:pt x="327" y="253"/>
                    <a:pt x="327" y="253"/>
                  </a:cubicBezTo>
                  <a:cubicBezTo>
                    <a:pt x="330" y="246"/>
                    <a:pt x="336" y="241"/>
                    <a:pt x="343" y="240"/>
                  </a:cubicBezTo>
                  <a:cubicBezTo>
                    <a:pt x="378" y="236"/>
                    <a:pt x="378" y="236"/>
                    <a:pt x="378" y="236"/>
                  </a:cubicBezTo>
                  <a:cubicBezTo>
                    <a:pt x="381" y="159"/>
                    <a:pt x="381" y="159"/>
                    <a:pt x="381" y="159"/>
                  </a:cubicBezTo>
                  <a:cubicBezTo>
                    <a:pt x="346" y="152"/>
                    <a:pt x="346" y="152"/>
                    <a:pt x="346" y="152"/>
                  </a:cubicBezTo>
                  <a:cubicBezTo>
                    <a:pt x="339" y="150"/>
                    <a:pt x="333" y="145"/>
                    <a:pt x="331" y="138"/>
                  </a:cubicBezTo>
                  <a:cubicBezTo>
                    <a:pt x="331" y="138"/>
                    <a:pt x="331" y="138"/>
                    <a:pt x="331" y="138"/>
                  </a:cubicBezTo>
                  <a:cubicBezTo>
                    <a:pt x="328" y="131"/>
                    <a:pt x="329" y="124"/>
                    <a:pt x="334" y="118"/>
                  </a:cubicBezTo>
                  <a:cubicBezTo>
                    <a:pt x="355" y="90"/>
                    <a:pt x="355" y="90"/>
                    <a:pt x="355" y="90"/>
                  </a:cubicBezTo>
                  <a:cubicBezTo>
                    <a:pt x="329" y="62"/>
                    <a:pt x="329" y="62"/>
                    <a:pt x="329" y="62"/>
                  </a:cubicBezTo>
                  <a:cubicBezTo>
                    <a:pt x="303" y="33"/>
                    <a:pt x="303" y="33"/>
                    <a:pt x="303" y="33"/>
                  </a:cubicBezTo>
                  <a:cubicBezTo>
                    <a:pt x="273" y="53"/>
                    <a:pt x="273" y="53"/>
                    <a:pt x="273" y="53"/>
                  </a:cubicBezTo>
                  <a:cubicBezTo>
                    <a:pt x="267" y="57"/>
                    <a:pt x="260" y="57"/>
                    <a:pt x="253" y="54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46" y="51"/>
                    <a:pt x="242" y="45"/>
                    <a:pt x="241" y="38"/>
                  </a:cubicBezTo>
                  <a:cubicBezTo>
                    <a:pt x="236" y="3"/>
                    <a:pt x="236" y="3"/>
                    <a:pt x="236" y="3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52" y="34"/>
                    <a:pt x="152" y="34"/>
                    <a:pt x="152" y="34"/>
                  </a:cubicBezTo>
                  <a:cubicBezTo>
                    <a:pt x="150" y="42"/>
                    <a:pt x="145" y="47"/>
                    <a:pt x="138" y="50"/>
                  </a:cubicBezTo>
                  <a:cubicBezTo>
                    <a:pt x="138" y="50"/>
                    <a:pt x="138" y="50"/>
                    <a:pt x="138" y="50"/>
                  </a:cubicBezTo>
                  <a:cubicBezTo>
                    <a:pt x="131" y="52"/>
                    <a:pt x="124" y="51"/>
                    <a:pt x="118" y="47"/>
                  </a:cubicBezTo>
                  <a:lnTo>
                    <a:pt x="90" y="25"/>
                  </a:lnTo>
                  <a:close/>
                  <a:moveTo>
                    <a:pt x="274" y="113"/>
                  </a:moveTo>
                  <a:cubicBezTo>
                    <a:pt x="316" y="159"/>
                    <a:pt x="314" y="231"/>
                    <a:pt x="268" y="273"/>
                  </a:cubicBezTo>
                  <a:cubicBezTo>
                    <a:pt x="222" y="316"/>
                    <a:pt x="150" y="313"/>
                    <a:pt x="107" y="268"/>
                  </a:cubicBezTo>
                  <a:cubicBezTo>
                    <a:pt x="65" y="222"/>
                    <a:pt x="67" y="150"/>
                    <a:pt x="113" y="107"/>
                  </a:cubicBezTo>
                  <a:cubicBezTo>
                    <a:pt x="159" y="64"/>
                    <a:pt x="231" y="67"/>
                    <a:pt x="274" y="113"/>
                  </a:cubicBezTo>
                  <a:close/>
                </a:path>
              </a:pathLst>
            </a:custGeom>
            <a:solidFill>
              <a:srgbClr val="B4BA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8085138" y="1735138"/>
              <a:ext cx="619125" cy="619125"/>
            </a:xfrm>
            <a:custGeom>
              <a:avLst/>
              <a:gdLst/>
              <a:ahLst/>
              <a:cxnLst/>
              <a:rect l="l" t="t" r="r" b="b"/>
              <a:pathLst>
                <a:path w="168" h="168">
                  <a:moveTo>
                    <a:pt x="40" y="11"/>
                  </a:moveTo>
                  <a:cubicBezTo>
                    <a:pt x="15" y="34"/>
                    <a:pt x="15" y="34"/>
                    <a:pt x="15" y="34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5" y="50"/>
                    <a:pt x="25" y="53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9"/>
                    <a:pt x="20" y="61"/>
                    <a:pt x="17" y="62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15" y="101"/>
                    <a:pt x="15" y="101"/>
                    <a:pt x="15" y="101"/>
                  </a:cubicBezTo>
                  <a:cubicBezTo>
                    <a:pt x="19" y="101"/>
                    <a:pt x="21" y="104"/>
                    <a:pt x="22" y="107"/>
                  </a:cubicBezTo>
                  <a:cubicBezTo>
                    <a:pt x="22" y="107"/>
                    <a:pt x="22" y="107"/>
                    <a:pt x="22" y="107"/>
                  </a:cubicBezTo>
                  <a:cubicBezTo>
                    <a:pt x="23" y="110"/>
                    <a:pt x="23" y="113"/>
                    <a:pt x="21" y="116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23" y="140"/>
                    <a:pt x="23" y="140"/>
                    <a:pt x="23" y="140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48" y="144"/>
                    <a:pt x="48" y="144"/>
                    <a:pt x="48" y="144"/>
                  </a:cubicBezTo>
                  <a:cubicBezTo>
                    <a:pt x="50" y="143"/>
                    <a:pt x="54" y="142"/>
                    <a:pt x="57" y="144"/>
                  </a:cubicBezTo>
                  <a:cubicBezTo>
                    <a:pt x="57" y="144"/>
                    <a:pt x="57" y="144"/>
                    <a:pt x="57" y="144"/>
                  </a:cubicBezTo>
                  <a:cubicBezTo>
                    <a:pt x="60" y="145"/>
                    <a:pt x="62" y="148"/>
                    <a:pt x="62" y="151"/>
                  </a:cubicBezTo>
                  <a:cubicBezTo>
                    <a:pt x="64" y="166"/>
                    <a:pt x="64" y="166"/>
                    <a:pt x="64" y="166"/>
                  </a:cubicBezTo>
                  <a:cubicBezTo>
                    <a:pt x="98" y="168"/>
                    <a:pt x="98" y="168"/>
                    <a:pt x="98" y="168"/>
                  </a:cubicBezTo>
                  <a:cubicBezTo>
                    <a:pt x="101" y="152"/>
                    <a:pt x="101" y="152"/>
                    <a:pt x="101" y="152"/>
                  </a:cubicBezTo>
                  <a:cubicBezTo>
                    <a:pt x="102" y="149"/>
                    <a:pt x="104" y="147"/>
                    <a:pt x="107" y="146"/>
                  </a:cubicBezTo>
                  <a:cubicBezTo>
                    <a:pt x="107" y="146"/>
                    <a:pt x="107" y="146"/>
                    <a:pt x="107" y="146"/>
                  </a:cubicBezTo>
                  <a:cubicBezTo>
                    <a:pt x="110" y="145"/>
                    <a:pt x="114" y="145"/>
                    <a:pt x="116" y="147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3" y="118"/>
                    <a:pt x="143" y="114"/>
                    <a:pt x="144" y="111"/>
                  </a:cubicBezTo>
                  <a:cubicBezTo>
                    <a:pt x="144" y="111"/>
                    <a:pt x="144" y="111"/>
                    <a:pt x="144" y="111"/>
                  </a:cubicBezTo>
                  <a:cubicBezTo>
                    <a:pt x="146" y="108"/>
                    <a:pt x="148" y="106"/>
                    <a:pt x="152" y="106"/>
                  </a:cubicBezTo>
                  <a:cubicBezTo>
                    <a:pt x="167" y="104"/>
                    <a:pt x="167" y="104"/>
                    <a:pt x="167" y="104"/>
                  </a:cubicBezTo>
                  <a:cubicBezTo>
                    <a:pt x="168" y="70"/>
                    <a:pt x="168" y="70"/>
                    <a:pt x="168" y="70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0" y="66"/>
                    <a:pt x="147" y="64"/>
                    <a:pt x="146" y="61"/>
                  </a:cubicBezTo>
                  <a:cubicBezTo>
                    <a:pt x="146" y="61"/>
                    <a:pt x="146" y="61"/>
                    <a:pt x="146" y="61"/>
                  </a:cubicBezTo>
                  <a:cubicBezTo>
                    <a:pt x="145" y="58"/>
                    <a:pt x="145" y="54"/>
                    <a:pt x="147" y="52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118" y="25"/>
                    <a:pt x="115" y="25"/>
                    <a:pt x="112" y="24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09" y="22"/>
                    <a:pt x="107" y="19"/>
                    <a:pt x="106" y="16"/>
                  </a:cubicBezTo>
                  <a:cubicBezTo>
                    <a:pt x="104" y="1"/>
                    <a:pt x="104" y="1"/>
                    <a:pt x="104" y="1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6" y="18"/>
                    <a:pt x="64" y="20"/>
                    <a:pt x="61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58" y="23"/>
                    <a:pt x="55" y="22"/>
                    <a:pt x="52" y="20"/>
                  </a:cubicBezTo>
                  <a:lnTo>
                    <a:pt x="40" y="11"/>
                  </a:lnTo>
                  <a:close/>
                  <a:moveTo>
                    <a:pt x="121" y="49"/>
                  </a:moveTo>
                  <a:cubicBezTo>
                    <a:pt x="140" y="70"/>
                    <a:pt x="139" y="102"/>
                    <a:pt x="118" y="120"/>
                  </a:cubicBezTo>
                  <a:cubicBezTo>
                    <a:pt x="98" y="139"/>
                    <a:pt x="66" y="138"/>
                    <a:pt x="47" y="118"/>
                  </a:cubicBezTo>
                  <a:cubicBezTo>
                    <a:pt x="29" y="97"/>
                    <a:pt x="30" y="66"/>
                    <a:pt x="50" y="47"/>
                  </a:cubicBezTo>
                  <a:cubicBezTo>
                    <a:pt x="70" y="28"/>
                    <a:pt x="102" y="29"/>
                    <a:pt x="121" y="49"/>
                  </a:cubicBezTo>
                  <a:close/>
                </a:path>
              </a:pathLst>
            </a:custGeom>
            <a:solidFill>
              <a:srgbClr val="D6953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5824538" y="974725"/>
              <a:ext cx="914400" cy="911225"/>
            </a:xfrm>
            <a:custGeom>
              <a:avLst/>
              <a:gdLst/>
              <a:ahLst/>
              <a:cxnLst/>
              <a:rect l="l" t="t" r="r" b="b"/>
              <a:pathLst>
                <a:path w="248" h="248">
                  <a:moveTo>
                    <a:pt x="59" y="17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7" y="74"/>
                    <a:pt x="38" y="79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4" y="88"/>
                    <a:pt x="30" y="91"/>
                    <a:pt x="25" y="91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23" y="149"/>
                    <a:pt x="23" y="149"/>
                    <a:pt x="23" y="149"/>
                  </a:cubicBezTo>
                  <a:cubicBezTo>
                    <a:pt x="28" y="150"/>
                    <a:pt x="31" y="153"/>
                    <a:pt x="33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35" y="162"/>
                    <a:pt x="34" y="167"/>
                    <a:pt x="31" y="171"/>
                  </a:cubicBezTo>
                  <a:cubicBezTo>
                    <a:pt x="17" y="189"/>
                    <a:pt x="17" y="189"/>
                    <a:pt x="17" y="189"/>
                  </a:cubicBezTo>
                  <a:cubicBezTo>
                    <a:pt x="34" y="207"/>
                    <a:pt x="34" y="207"/>
                    <a:pt x="34" y="207"/>
                  </a:cubicBezTo>
                  <a:cubicBezTo>
                    <a:pt x="51" y="226"/>
                    <a:pt x="51" y="226"/>
                    <a:pt x="51" y="226"/>
                  </a:cubicBezTo>
                  <a:cubicBezTo>
                    <a:pt x="70" y="213"/>
                    <a:pt x="70" y="213"/>
                    <a:pt x="70" y="213"/>
                  </a:cubicBezTo>
                  <a:cubicBezTo>
                    <a:pt x="74" y="211"/>
                    <a:pt x="79" y="210"/>
                    <a:pt x="84" y="212"/>
                  </a:cubicBezTo>
                  <a:cubicBezTo>
                    <a:pt x="84" y="212"/>
                    <a:pt x="84" y="212"/>
                    <a:pt x="84" y="212"/>
                  </a:cubicBezTo>
                  <a:cubicBezTo>
                    <a:pt x="88" y="214"/>
                    <a:pt x="91" y="218"/>
                    <a:pt x="92" y="223"/>
                  </a:cubicBezTo>
                  <a:cubicBezTo>
                    <a:pt x="95" y="246"/>
                    <a:pt x="95" y="246"/>
                    <a:pt x="95" y="246"/>
                  </a:cubicBezTo>
                  <a:cubicBezTo>
                    <a:pt x="145" y="248"/>
                    <a:pt x="145" y="248"/>
                    <a:pt x="145" y="248"/>
                  </a:cubicBezTo>
                  <a:cubicBezTo>
                    <a:pt x="149" y="225"/>
                    <a:pt x="149" y="225"/>
                    <a:pt x="149" y="225"/>
                  </a:cubicBezTo>
                  <a:cubicBezTo>
                    <a:pt x="150" y="220"/>
                    <a:pt x="154" y="217"/>
                    <a:pt x="158" y="215"/>
                  </a:cubicBezTo>
                  <a:cubicBezTo>
                    <a:pt x="158" y="215"/>
                    <a:pt x="158" y="215"/>
                    <a:pt x="158" y="215"/>
                  </a:cubicBezTo>
                  <a:cubicBezTo>
                    <a:pt x="163" y="213"/>
                    <a:pt x="167" y="214"/>
                    <a:pt x="171" y="217"/>
                  </a:cubicBezTo>
                  <a:cubicBezTo>
                    <a:pt x="189" y="231"/>
                    <a:pt x="189" y="231"/>
                    <a:pt x="189" y="231"/>
                  </a:cubicBezTo>
                  <a:cubicBezTo>
                    <a:pt x="226" y="197"/>
                    <a:pt x="226" y="197"/>
                    <a:pt x="226" y="197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1" y="174"/>
                    <a:pt x="211" y="169"/>
                    <a:pt x="213" y="165"/>
                  </a:cubicBezTo>
                  <a:cubicBezTo>
                    <a:pt x="213" y="164"/>
                    <a:pt x="213" y="164"/>
                    <a:pt x="213" y="164"/>
                  </a:cubicBezTo>
                  <a:cubicBezTo>
                    <a:pt x="215" y="160"/>
                    <a:pt x="219" y="157"/>
                    <a:pt x="223" y="156"/>
                  </a:cubicBezTo>
                  <a:cubicBezTo>
                    <a:pt x="246" y="153"/>
                    <a:pt x="246" y="153"/>
                    <a:pt x="246" y="153"/>
                  </a:cubicBezTo>
                  <a:cubicBezTo>
                    <a:pt x="248" y="103"/>
                    <a:pt x="248" y="103"/>
                    <a:pt x="248" y="103"/>
                  </a:cubicBezTo>
                  <a:cubicBezTo>
                    <a:pt x="225" y="99"/>
                    <a:pt x="225" y="99"/>
                    <a:pt x="225" y="99"/>
                  </a:cubicBezTo>
                  <a:cubicBezTo>
                    <a:pt x="221" y="98"/>
                    <a:pt x="217" y="94"/>
                    <a:pt x="215" y="90"/>
                  </a:cubicBezTo>
                  <a:cubicBezTo>
                    <a:pt x="215" y="90"/>
                    <a:pt x="215" y="90"/>
                    <a:pt x="215" y="90"/>
                  </a:cubicBezTo>
                  <a:cubicBezTo>
                    <a:pt x="214" y="86"/>
                    <a:pt x="214" y="81"/>
                    <a:pt x="217" y="77"/>
                  </a:cubicBezTo>
                  <a:cubicBezTo>
                    <a:pt x="231" y="59"/>
                    <a:pt x="231" y="59"/>
                    <a:pt x="231" y="59"/>
                  </a:cubicBezTo>
                  <a:cubicBezTo>
                    <a:pt x="214" y="40"/>
                    <a:pt x="214" y="40"/>
                    <a:pt x="214" y="40"/>
                  </a:cubicBezTo>
                  <a:cubicBezTo>
                    <a:pt x="197" y="22"/>
                    <a:pt x="197" y="22"/>
                    <a:pt x="197" y="22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4" y="37"/>
                    <a:pt x="169" y="37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0" y="33"/>
                    <a:pt x="157" y="30"/>
                    <a:pt x="157" y="25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8" y="27"/>
                    <a:pt x="95" y="31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86" y="34"/>
                    <a:pt x="81" y="34"/>
                    <a:pt x="77" y="31"/>
                  </a:cubicBezTo>
                  <a:lnTo>
                    <a:pt x="59" y="17"/>
                  </a:lnTo>
                  <a:close/>
                  <a:moveTo>
                    <a:pt x="178" y="74"/>
                  </a:moveTo>
                  <a:cubicBezTo>
                    <a:pt x="206" y="104"/>
                    <a:pt x="204" y="150"/>
                    <a:pt x="174" y="178"/>
                  </a:cubicBezTo>
                  <a:cubicBezTo>
                    <a:pt x="145" y="206"/>
                    <a:pt x="98" y="204"/>
                    <a:pt x="70" y="174"/>
                  </a:cubicBezTo>
                  <a:cubicBezTo>
                    <a:pt x="42" y="144"/>
                    <a:pt x="44" y="98"/>
                    <a:pt x="74" y="70"/>
                  </a:cubicBezTo>
                  <a:cubicBezTo>
                    <a:pt x="104" y="42"/>
                    <a:pt x="151" y="44"/>
                    <a:pt x="178" y="74"/>
                  </a:cubicBezTo>
                  <a:close/>
                </a:path>
              </a:pathLst>
            </a:custGeom>
            <a:solidFill>
              <a:srgbClr val="D6953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3660775" y="4157663"/>
              <a:ext cx="4867275" cy="125413"/>
            </a:xfrm>
            <a:custGeom>
              <a:avLst/>
              <a:gdLst/>
              <a:ahLst/>
              <a:cxnLst/>
              <a:rect l="l" t="t" r="r" b="b"/>
              <a:pathLst>
                <a:path w="1320" h="34">
                  <a:moveTo>
                    <a:pt x="17" y="34"/>
                  </a:moveTo>
                  <a:cubicBezTo>
                    <a:pt x="1303" y="34"/>
                    <a:pt x="1303" y="34"/>
                    <a:pt x="1303" y="34"/>
                  </a:cubicBezTo>
                  <a:cubicBezTo>
                    <a:pt x="1313" y="34"/>
                    <a:pt x="1320" y="27"/>
                    <a:pt x="1320" y="17"/>
                  </a:cubicBezTo>
                  <a:cubicBezTo>
                    <a:pt x="1320" y="8"/>
                    <a:pt x="1313" y="0"/>
                    <a:pt x="130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4"/>
                    <a:pt x="17" y="34"/>
                  </a:cubicBezTo>
                  <a:close/>
                </a:path>
              </a:pathLst>
            </a:custGeom>
            <a:solidFill>
              <a:srgbClr val="8686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3663950" y="4246563"/>
              <a:ext cx="4859338" cy="36513"/>
            </a:xfrm>
            <a:custGeom>
              <a:avLst/>
              <a:gdLst/>
              <a:ahLst/>
              <a:cxnLst/>
              <a:rect l="l" t="t" r="r" b="b"/>
              <a:pathLst>
                <a:path w="1318" h="10">
                  <a:moveTo>
                    <a:pt x="0" y="0"/>
                  </a:moveTo>
                  <a:cubicBezTo>
                    <a:pt x="3" y="6"/>
                    <a:pt x="9" y="10"/>
                    <a:pt x="16" y="10"/>
                  </a:cubicBezTo>
                  <a:cubicBezTo>
                    <a:pt x="1302" y="10"/>
                    <a:pt x="1302" y="10"/>
                    <a:pt x="1302" y="10"/>
                  </a:cubicBezTo>
                  <a:cubicBezTo>
                    <a:pt x="1309" y="10"/>
                    <a:pt x="1315" y="6"/>
                    <a:pt x="13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6D6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5121275" y="4090988"/>
              <a:ext cx="1758950" cy="66675"/>
            </a:xfrm>
            <a:prstGeom prst="rect">
              <a:avLst/>
            </a:prstGeom>
            <a:solidFill>
              <a:srgbClr val="C5C4D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5300663" y="4090988"/>
              <a:ext cx="1758950" cy="66675"/>
            </a:xfrm>
            <a:prstGeom prst="rect">
              <a:avLst/>
            </a:prstGeom>
            <a:solidFill>
              <a:srgbClr val="A5A5A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4689475" y="1924050"/>
              <a:ext cx="2824163" cy="1762125"/>
            </a:xfrm>
            <a:custGeom>
              <a:avLst/>
              <a:gdLst/>
              <a:ahLst/>
              <a:cxnLst/>
              <a:rect l="l" t="t" r="r" b="b"/>
              <a:pathLst>
                <a:path w="766" h="479">
                  <a:moveTo>
                    <a:pt x="738" y="479"/>
                  </a:moveTo>
                  <a:cubicBezTo>
                    <a:pt x="28" y="479"/>
                    <a:pt x="28" y="479"/>
                    <a:pt x="28" y="479"/>
                  </a:cubicBezTo>
                  <a:cubicBezTo>
                    <a:pt x="12" y="479"/>
                    <a:pt x="0" y="467"/>
                    <a:pt x="0" y="45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53" y="0"/>
                    <a:pt x="766" y="13"/>
                    <a:pt x="766" y="28"/>
                  </a:cubicBezTo>
                  <a:cubicBezTo>
                    <a:pt x="766" y="451"/>
                    <a:pt x="766" y="451"/>
                    <a:pt x="766" y="451"/>
                  </a:cubicBezTo>
                  <a:cubicBezTo>
                    <a:pt x="766" y="467"/>
                    <a:pt x="753" y="479"/>
                    <a:pt x="738" y="479"/>
                  </a:cubicBezTo>
                </a:path>
              </a:pathLst>
            </a:custGeom>
            <a:solidFill>
              <a:srgbClr val="172F4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6083300" y="2189163"/>
              <a:ext cx="36513" cy="1231900"/>
            </a:xfrm>
            <a:prstGeom prst="rect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4689475" y="1924050"/>
              <a:ext cx="2824163" cy="184150"/>
            </a:xfrm>
            <a:custGeom>
              <a:avLst/>
              <a:gdLst/>
              <a:ahLst/>
              <a:cxnLst/>
              <a:rect l="l" t="t" r="r" b="b"/>
              <a:pathLst>
                <a:path w="766" h="50">
                  <a:moveTo>
                    <a:pt x="766" y="50"/>
                  </a:moveTo>
                  <a:cubicBezTo>
                    <a:pt x="766" y="26"/>
                    <a:pt x="766" y="26"/>
                    <a:pt x="766" y="26"/>
                  </a:cubicBezTo>
                  <a:cubicBezTo>
                    <a:pt x="766" y="12"/>
                    <a:pt x="754" y="0"/>
                    <a:pt x="74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50"/>
                    <a:pt x="0" y="50"/>
                    <a:pt x="0" y="50"/>
                  </a:cubicBezTo>
                  <a:lnTo>
                    <a:pt x="766" y="50"/>
                  </a:lnTo>
                  <a:close/>
                </a:path>
              </a:pathLst>
            </a:custGeom>
            <a:solidFill>
              <a:srgbClr val="A7A6B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6323013" y="2828925"/>
              <a:ext cx="390525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6323013" y="2957513"/>
              <a:ext cx="485775" cy="66675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858000" y="2957513"/>
              <a:ext cx="239713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323013" y="3086100"/>
              <a:ext cx="192088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580188" y="3086100"/>
              <a:ext cx="715963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6580188" y="3086100"/>
              <a:ext cx="715963" cy="66675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6802438" y="2828925"/>
              <a:ext cx="223838" cy="66675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6323013" y="2220913"/>
              <a:ext cx="390525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6323013" y="2351088"/>
              <a:ext cx="485775" cy="65088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6858000" y="2351088"/>
              <a:ext cx="239713" cy="65088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6323013" y="2479675"/>
              <a:ext cx="192088" cy="65088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6580188" y="2479675"/>
              <a:ext cx="715963" cy="65088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6802438" y="2220913"/>
              <a:ext cx="223838" cy="66675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002213" y="2828925"/>
              <a:ext cx="392113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002213" y="2957513"/>
              <a:ext cx="484188" cy="66675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537200" y="2957513"/>
              <a:ext cx="239713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002213" y="3086100"/>
              <a:ext cx="192088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5260975" y="3086100"/>
              <a:ext cx="711200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5481638" y="2828925"/>
              <a:ext cx="225425" cy="66675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002213" y="2220913"/>
              <a:ext cx="392113" cy="6667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5002213" y="2351088"/>
              <a:ext cx="484188" cy="65088"/>
            </a:xfrm>
            <a:prstGeom prst="rect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5537200" y="2351088"/>
              <a:ext cx="239713" cy="65088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5002213" y="2479675"/>
              <a:ext cx="192088" cy="65088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5260975" y="2479675"/>
              <a:ext cx="711200" cy="65088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5481638" y="2220913"/>
              <a:ext cx="225425" cy="66675"/>
            </a:xfrm>
            <a:prstGeom prst="rect">
              <a:avLst/>
            </a:pr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4625975" y="1865313"/>
              <a:ext cx="2946400" cy="1879600"/>
            </a:xfrm>
            <a:custGeom>
              <a:avLst/>
              <a:gdLst/>
              <a:ahLst/>
              <a:cxnLst/>
              <a:rect l="l" t="t" r="r" b="b"/>
              <a:pathLst>
                <a:path w="799" h="511">
                  <a:moveTo>
                    <a:pt x="745" y="511"/>
                  </a:moveTo>
                  <a:cubicBezTo>
                    <a:pt x="54" y="511"/>
                    <a:pt x="54" y="511"/>
                    <a:pt x="54" y="511"/>
                  </a:cubicBezTo>
                  <a:cubicBezTo>
                    <a:pt x="25" y="511"/>
                    <a:pt x="0" y="487"/>
                    <a:pt x="0" y="458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745" y="0"/>
                    <a:pt x="745" y="0"/>
                    <a:pt x="745" y="0"/>
                  </a:cubicBezTo>
                  <a:cubicBezTo>
                    <a:pt x="775" y="0"/>
                    <a:pt x="799" y="24"/>
                    <a:pt x="799" y="54"/>
                  </a:cubicBezTo>
                  <a:cubicBezTo>
                    <a:pt x="799" y="458"/>
                    <a:pt x="799" y="458"/>
                    <a:pt x="799" y="458"/>
                  </a:cubicBezTo>
                  <a:cubicBezTo>
                    <a:pt x="799" y="487"/>
                    <a:pt x="775" y="511"/>
                    <a:pt x="745" y="511"/>
                  </a:cubicBezTo>
                  <a:moveTo>
                    <a:pt x="54" y="32"/>
                  </a:moveTo>
                  <a:cubicBezTo>
                    <a:pt x="42" y="32"/>
                    <a:pt x="33" y="42"/>
                    <a:pt x="33" y="54"/>
                  </a:cubicBezTo>
                  <a:cubicBezTo>
                    <a:pt x="33" y="386"/>
                    <a:pt x="33" y="386"/>
                    <a:pt x="33" y="386"/>
                  </a:cubicBezTo>
                  <a:cubicBezTo>
                    <a:pt x="33" y="398"/>
                    <a:pt x="42" y="408"/>
                    <a:pt x="54" y="408"/>
                  </a:cubicBezTo>
                  <a:cubicBezTo>
                    <a:pt x="745" y="408"/>
                    <a:pt x="745" y="408"/>
                    <a:pt x="745" y="408"/>
                  </a:cubicBezTo>
                  <a:cubicBezTo>
                    <a:pt x="757" y="408"/>
                    <a:pt x="767" y="398"/>
                    <a:pt x="767" y="386"/>
                  </a:cubicBezTo>
                  <a:cubicBezTo>
                    <a:pt x="767" y="54"/>
                    <a:pt x="767" y="54"/>
                    <a:pt x="767" y="54"/>
                  </a:cubicBezTo>
                  <a:cubicBezTo>
                    <a:pt x="767" y="42"/>
                    <a:pt x="757" y="32"/>
                    <a:pt x="745" y="32"/>
                  </a:cubicBezTo>
                  <a:cubicBezTo>
                    <a:pt x="54" y="32"/>
                    <a:pt x="54" y="32"/>
                    <a:pt x="54" y="32"/>
                  </a:cubicBezTo>
                </a:path>
              </a:pathLst>
            </a:custGeom>
            <a:solidFill>
              <a:srgbClr val="8686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6919913" y="3152775"/>
              <a:ext cx="409575" cy="212725"/>
            </a:xfrm>
            <a:custGeom>
              <a:avLst/>
              <a:gdLst/>
              <a:ahLst/>
              <a:cxnLst/>
              <a:rect l="l" t="t" r="r" b="b"/>
              <a:pathLst>
                <a:path w="110" h="57">
                  <a:moveTo>
                    <a:pt x="2" y="37"/>
                  </a:moveTo>
                  <a:cubicBezTo>
                    <a:pt x="2" y="41"/>
                    <a:pt x="2" y="41"/>
                    <a:pt x="2" y="41"/>
                  </a:cubicBezTo>
                  <a:cubicBezTo>
                    <a:pt x="0" y="46"/>
                    <a:pt x="0" y="52"/>
                    <a:pt x="0" y="58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" y="37"/>
                    <a:pt x="2" y="37"/>
                    <a:pt x="2" y="37"/>
                  </a:cubicBezTo>
                  <a:moveTo>
                    <a:pt x="69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9" y="1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3" y="58"/>
                    <a:pt x="73" y="58"/>
                    <a:pt x="73" y="58"/>
                  </a:cubicBezTo>
                  <a:cubicBezTo>
                    <a:pt x="110" y="58"/>
                    <a:pt x="110" y="58"/>
                    <a:pt x="110" y="58"/>
                  </a:cubicBezTo>
                  <a:cubicBezTo>
                    <a:pt x="111" y="41"/>
                    <a:pt x="105" y="24"/>
                    <a:pt x="92" y="13"/>
                  </a:cubicBezTo>
                  <a:cubicBezTo>
                    <a:pt x="92" y="13"/>
                    <a:pt x="92" y="13"/>
                    <a:pt x="92" y="13"/>
                  </a:cubicBezTo>
                  <a:cubicBezTo>
                    <a:pt x="86" y="7"/>
                    <a:pt x="78" y="2"/>
                    <a:pt x="69" y="0"/>
                  </a:cubicBezTo>
                </a:path>
              </a:pathLst>
            </a:custGeom>
            <a:solidFill>
              <a:srgbClr val="13273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7070725" y="3144838"/>
              <a:ext cx="103188" cy="7938"/>
            </a:xfrm>
            <a:custGeom>
              <a:avLst/>
              <a:gdLst/>
              <a:ahLst/>
              <a:cxnLst/>
              <a:rect l="l" t="t" r="r" b="b"/>
              <a:pathLst>
                <a:path w="28" h="2">
                  <a:moveTo>
                    <a:pt x="14" y="0"/>
                  </a:moveTo>
                  <a:cubicBezTo>
                    <a:pt x="9" y="0"/>
                    <a:pt x="4" y="1"/>
                    <a:pt x="0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4" y="1"/>
                    <a:pt x="19" y="0"/>
                    <a:pt x="14" y="0"/>
                  </a:cubicBezTo>
                </a:path>
              </a:pathLst>
            </a:custGeom>
            <a:solidFill>
              <a:srgbClr val="D2D2D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6919913" y="3365500"/>
              <a:ext cx="630238" cy="373063"/>
            </a:xfrm>
            <a:custGeom>
              <a:avLst/>
              <a:gdLst/>
              <a:ahLst/>
              <a:cxnLst/>
              <a:rect l="l" t="t" r="r" b="b"/>
              <a:pathLst>
                <a:path w="171" h="100">
                  <a:moveTo>
                    <a:pt x="11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3"/>
                    <a:pt x="8" y="26"/>
                    <a:pt x="18" y="35"/>
                  </a:cubicBezTo>
                  <a:cubicBezTo>
                    <a:pt x="28" y="45"/>
                    <a:pt x="41" y="50"/>
                    <a:pt x="55" y="50"/>
                  </a:cubicBezTo>
                  <a:cubicBezTo>
                    <a:pt x="60" y="50"/>
                    <a:pt x="66" y="49"/>
                    <a:pt x="71" y="47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138" y="101"/>
                    <a:pt x="138" y="101"/>
                    <a:pt x="138" y="101"/>
                  </a:cubicBezTo>
                  <a:cubicBezTo>
                    <a:pt x="153" y="97"/>
                    <a:pt x="165" y="87"/>
                    <a:pt x="171" y="7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8" y="7"/>
                    <a:pt x="108" y="7"/>
                    <a:pt x="108" y="7"/>
                  </a:cubicBezTo>
                  <a:cubicBezTo>
                    <a:pt x="109" y="5"/>
                    <a:pt x="109" y="2"/>
                    <a:pt x="110" y="0"/>
                  </a:cubicBezTo>
                </a:path>
              </a:pathLst>
            </a:custGeom>
            <a:solidFill>
              <a:srgbClr val="6F6F7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4748213" y="1952625"/>
              <a:ext cx="2706688" cy="111125"/>
            </a:xfrm>
            <a:custGeom>
              <a:avLst/>
              <a:gdLst/>
              <a:ahLst/>
              <a:cxnLst/>
              <a:rect l="l" t="t" r="r" b="b"/>
              <a:pathLst>
                <a:path w="734" h="30">
                  <a:moveTo>
                    <a:pt x="71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8"/>
                    <a:pt x="9" y="8"/>
                    <a:pt x="21" y="8"/>
                  </a:cubicBezTo>
                  <a:cubicBezTo>
                    <a:pt x="712" y="8"/>
                    <a:pt x="712" y="8"/>
                    <a:pt x="712" y="8"/>
                  </a:cubicBezTo>
                  <a:cubicBezTo>
                    <a:pt x="724" y="8"/>
                    <a:pt x="734" y="18"/>
                    <a:pt x="734" y="30"/>
                  </a:cubicBezTo>
                  <a:cubicBezTo>
                    <a:pt x="734" y="22"/>
                    <a:pt x="734" y="22"/>
                    <a:pt x="734" y="22"/>
                  </a:cubicBezTo>
                  <a:cubicBezTo>
                    <a:pt x="734" y="10"/>
                    <a:pt x="724" y="0"/>
                    <a:pt x="712" y="0"/>
                  </a:cubicBezTo>
                  <a:close/>
                </a:path>
              </a:pathLst>
            </a:custGeom>
            <a:solidFill>
              <a:srgbClr val="6D6D6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4625975" y="3521075"/>
              <a:ext cx="2946400" cy="223838"/>
            </a:xfrm>
            <a:custGeom>
              <a:avLst/>
              <a:gdLst/>
              <a:ahLst/>
              <a:cxnLst/>
              <a:rect l="l" t="t" r="r" b="b"/>
              <a:pathLst>
                <a:path w="799" h="61">
                  <a:moveTo>
                    <a:pt x="745" y="54"/>
                  </a:moveTo>
                  <a:cubicBezTo>
                    <a:pt x="54" y="54"/>
                    <a:pt x="54" y="54"/>
                    <a:pt x="54" y="54"/>
                  </a:cubicBezTo>
                  <a:cubicBezTo>
                    <a:pt x="25" y="54"/>
                    <a:pt x="0" y="29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7"/>
                    <a:pt x="25" y="61"/>
                    <a:pt x="54" y="61"/>
                  </a:cubicBezTo>
                  <a:cubicBezTo>
                    <a:pt x="745" y="61"/>
                    <a:pt x="745" y="61"/>
                    <a:pt x="745" y="61"/>
                  </a:cubicBezTo>
                  <a:cubicBezTo>
                    <a:pt x="775" y="61"/>
                    <a:pt x="799" y="37"/>
                    <a:pt x="799" y="8"/>
                  </a:cubicBezTo>
                  <a:cubicBezTo>
                    <a:pt x="799" y="0"/>
                    <a:pt x="799" y="0"/>
                    <a:pt x="799" y="0"/>
                  </a:cubicBezTo>
                  <a:cubicBezTo>
                    <a:pt x="799" y="29"/>
                    <a:pt x="775" y="54"/>
                    <a:pt x="745" y="54"/>
                  </a:cubicBezTo>
                  <a:close/>
                </a:path>
              </a:pathLst>
            </a:custGeom>
            <a:solidFill>
              <a:srgbClr val="6D6D6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7265988" y="2019300"/>
              <a:ext cx="60325" cy="58738"/>
            </a:xfrm>
            <a:prstGeom prst="ellipse">
              <a:avLst/>
            </a:prstGeom>
            <a:solidFill>
              <a:srgbClr val="FEFE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7162800" y="2019300"/>
              <a:ext cx="60325" cy="58738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7059613" y="2019300"/>
              <a:ext cx="60325" cy="58738"/>
            </a:xfrm>
            <a:prstGeom prst="ellipse">
              <a:avLst/>
            </a:prstGeom>
            <a:solidFill>
              <a:srgbClr val="FD7C3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4438650" y="2619375"/>
              <a:ext cx="741363" cy="1538288"/>
            </a:xfrm>
            <a:custGeom>
              <a:avLst/>
              <a:gdLst/>
              <a:ahLst/>
              <a:cxnLst/>
              <a:rect l="l" t="t" r="r" b="b"/>
              <a:pathLst>
                <a:path w="467" h="969">
                  <a:moveTo>
                    <a:pt x="65" y="969"/>
                  </a:moveTo>
                  <a:lnTo>
                    <a:pt x="467" y="23"/>
                  </a:lnTo>
                  <a:lnTo>
                    <a:pt x="413" y="0"/>
                  </a:lnTo>
                  <a:lnTo>
                    <a:pt x="0" y="969"/>
                  </a:lnTo>
                  <a:lnTo>
                    <a:pt x="65" y="969"/>
                  </a:lnTo>
                  <a:close/>
                </a:path>
              </a:pathLst>
            </a:custGeom>
            <a:solidFill>
              <a:srgbClr val="D6953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4545013" y="2887663"/>
              <a:ext cx="457200" cy="95250"/>
            </a:xfrm>
            <a:custGeom>
              <a:avLst/>
              <a:gdLst/>
              <a:ahLst/>
              <a:cxnLst/>
              <a:rect l="l" t="t" r="r" b="b"/>
              <a:pathLst>
                <a:path w="124" h="26"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26"/>
                    <a:pt x="124" y="26"/>
                    <a:pt x="124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</a:path>
              </a:pathLst>
            </a:custGeom>
            <a:solidFill>
              <a:srgbClr val="D6953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4419600" y="3225800"/>
              <a:ext cx="454025" cy="96838"/>
            </a:xfrm>
            <a:prstGeom prst="rect">
              <a:avLst/>
            </a:prstGeom>
            <a:solidFill>
              <a:srgbClr val="D6953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4271963" y="3565525"/>
              <a:ext cx="465138" cy="95250"/>
            </a:xfrm>
            <a:prstGeom prst="rect">
              <a:avLst/>
            </a:prstGeom>
            <a:solidFill>
              <a:srgbClr val="D6953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4137025" y="3903663"/>
              <a:ext cx="449263" cy="95250"/>
            </a:xfrm>
            <a:prstGeom prst="rect">
              <a:avLst/>
            </a:prstGeom>
            <a:solidFill>
              <a:srgbClr val="D6953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6978650" y="2998788"/>
              <a:ext cx="919163" cy="1169988"/>
            </a:xfrm>
            <a:custGeom>
              <a:avLst/>
              <a:gdLst/>
              <a:ahLst/>
              <a:cxnLst/>
              <a:rect l="l" t="t" r="r" b="b"/>
              <a:pathLst>
                <a:path w="249" h="318">
                  <a:moveTo>
                    <a:pt x="242" y="282"/>
                  </a:moveTo>
                  <a:cubicBezTo>
                    <a:pt x="104" y="86"/>
                    <a:pt x="104" y="86"/>
                    <a:pt x="104" y="86"/>
                  </a:cubicBezTo>
                  <a:cubicBezTo>
                    <a:pt x="107" y="79"/>
                    <a:pt x="107" y="79"/>
                    <a:pt x="107" y="79"/>
                  </a:cubicBezTo>
                  <a:cubicBezTo>
                    <a:pt x="115" y="61"/>
                    <a:pt x="113" y="41"/>
                    <a:pt x="102" y="25"/>
                  </a:cubicBezTo>
                  <a:cubicBezTo>
                    <a:pt x="91" y="9"/>
                    <a:pt x="72" y="0"/>
                    <a:pt x="53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42" y="76"/>
                    <a:pt x="42" y="76"/>
                    <a:pt x="42" y="76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0" y="51"/>
                    <a:pt x="1" y="72"/>
                    <a:pt x="13" y="88"/>
                  </a:cubicBezTo>
                  <a:cubicBezTo>
                    <a:pt x="24" y="104"/>
                    <a:pt x="43" y="113"/>
                    <a:pt x="62" y="111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208" y="306"/>
                    <a:pt x="208" y="306"/>
                    <a:pt x="208" y="306"/>
                  </a:cubicBezTo>
                  <a:cubicBezTo>
                    <a:pt x="214" y="316"/>
                    <a:pt x="228" y="318"/>
                    <a:pt x="237" y="311"/>
                  </a:cubicBezTo>
                  <a:cubicBezTo>
                    <a:pt x="247" y="305"/>
                    <a:pt x="249" y="291"/>
                    <a:pt x="242" y="282"/>
                  </a:cubicBezTo>
                  <a:close/>
                </a:path>
              </a:pathLst>
            </a:custGeom>
            <a:solidFill>
              <a:srgbClr val="ADADA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7304088" y="3384550"/>
              <a:ext cx="515938" cy="692150"/>
            </a:xfrm>
            <a:custGeom>
              <a:avLst/>
              <a:gdLst/>
              <a:ahLst/>
              <a:cxnLst/>
              <a:rect l="l" t="t" r="r" b="b"/>
              <a:pathLst>
                <a:path w="140" h="188">
                  <a:moveTo>
                    <a:pt x="134" y="184"/>
                  </a:moveTo>
                  <a:cubicBezTo>
                    <a:pt x="134" y="184"/>
                    <a:pt x="134" y="184"/>
                    <a:pt x="134" y="184"/>
                  </a:cubicBezTo>
                  <a:cubicBezTo>
                    <a:pt x="129" y="188"/>
                    <a:pt x="122" y="187"/>
                    <a:pt x="119" y="182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0" y="13"/>
                    <a:pt x="1" y="6"/>
                    <a:pt x="6" y="3"/>
                  </a:cubicBezTo>
                  <a:cubicBezTo>
                    <a:pt x="11" y="0"/>
                    <a:pt x="17" y="1"/>
                    <a:pt x="20" y="5"/>
                  </a:cubicBezTo>
                  <a:cubicBezTo>
                    <a:pt x="136" y="170"/>
                    <a:pt x="136" y="170"/>
                    <a:pt x="136" y="170"/>
                  </a:cubicBezTo>
                  <a:cubicBezTo>
                    <a:pt x="140" y="175"/>
                    <a:pt x="138" y="181"/>
                    <a:pt x="134" y="184"/>
                  </a:cubicBezTo>
                  <a:close/>
                </a:path>
              </a:pathLst>
            </a:custGeom>
            <a:solidFill>
              <a:srgbClr val="8686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5035550" y="5718175"/>
              <a:ext cx="2116138" cy="165100"/>
            </a:xfrm>
            <a:custGeom>
              <a:avLst/>
              <a:gdLst/>
              <a:ahLst/>
              <a:cxnLst/>
              <a:rect l="l" t="t" r="r" b="b"/>
              <a:pathLst>
                <a:path w="574" h="45">
                  <a:moveTo>
                    <a:pt x="552" y="45"/>
                  </a:moveTo>
                  <a:cubicBezTo>
                    <a:pt x="22" y="45"/>
                    <a:pt x="22" y="45"/>
                    <a:pt x="22" y="45"/>
                  </a:cubicBezTo>
                  <a:cubicBezTo>
                    <a:pt x="10" y="45"/>
                    <a:pt x="0" y="35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564" y="0"/>
                    <a:pt x="574" y="10"/>
                    <a:pt x="574" y="22"/>
                  </a:cubicBezTo>
                  <a:cubicBezTo>
                    <a:pt x="574" y="35"/>
                    <a:pt x="564" y="45"/>
                    <a:pt x="552" y="45"/>
                  </a:cubicBezTo>
                  <a:close/>
                </a:path>
              </a:pathLst>
            </a:custGeom>
            <a:solidFill>
              <a:srgbClr val="C5C4D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6083300" y="4378325"/>
              <a:ext cx="755650" cy="1222375"/>
            </a:xfrm>
            <a:custGeom>
              <a:avLst/>
              <a:gdLst/>
              <a:ahLst/>
              <a:cxnLst/>
              <a:rect l="l" t="t" r="r" b="b"/>
              <a:pathLst>
                <a:path w="205" h="332">
                  <a:moveTo>
                    <a:pt x="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128" y="0"/>
                    <a:pt x="131" y="0"/>
                    <a:pt x="133" y="1"/>
                  </a:cubicBezTo>
                  <a:cubicBezTo>
                    <a:pt x="176" y="5"/>
                    <a:pt x="205" y="48"/>
                    <a:pt x="195" y="90"/>
                  </a:cubicBezTo>
                  <a:cubicBezTo>
                    <a:pt x="143" y="332"/>
                    <a:pt x="143" y="332"/>
                    <a:pt x="143" y="332"/>
                  </a:cubicBezTo>
                  <a:cubicBezTo>
                    <a:pt x="68" y="332"/>
                    <a:pt x="68" y="332"/>
                    <a:pt x="68" y="332"/>
                  </a:cubicBezTo>
                  <a:cubicBezTo>
                    <a:pt x="104" y="102"/>
                    <a:pt x="104" y="102"/>
                    <a:pt x="104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977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6334125" y="5600700"/>
              <a:ext cx="474663" cy="184150"/>
            </a:xfrm>
            <a:custGeom>
              <a:avLst/>
              <a:gdLst/>
              <a:ahLst/>
              <a:cxnLst/>
              <a:rect l="l" t="t" r="r" b="b"/>
              <a:pathLst>
                <a:path w="129" h="50">
                  <a:moveTo>
                    <a:pt x="0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129" y="6"/>
                    <a:pt x="129" y="50"/>
                  </a:cubicBezTo>
                  <a:cubicBezTo>
                    <a:pt x="0" y="50"/>
                    <a:pt x="0" y="50"/>
                    <a:pt x="0" y="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31D0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5353050" y="4378325"/>
              <a:ext cx="755650" cy="1222375"/>
            </a:xfrm>
            <a:custGeom>
              <a:avLst/>
              <a:gdLst/>
              <a:ahLst/>
              <a:cxnLst/>
              <a:rect l="l" t="t" r="r" b="b"/>
              <a:pathLst>
                <a:path w="205" h="332">
                  <a:moveTo>
                    <a:pt x="205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6" y="0"/>
                    <a:pt x="74" y="0"/>
                    <a:pt x="71" y="1"/>
                  </a:cubicBezTo>
                  <a:cubicBezTo>
                    <a:pt x="28" y="5"/>
                    <a:pt x="0" y="48"/>
                    <a:pt x="10" y="90"/>
                  </a:cubicBezTo>
                  <a:cubicBezTo>
                    <a:pt x="62" y="332"/>
                    <a:pt x="62" y="332"/>
                    <a:pt x="62" y="332"/>
                  </a:cubicBezTo>
                  <a:cubicBezTo>
                    <a:pt x="136" y="332"/>
                    <a:pt x="136" y="332"/>
                    <a:pt x="136" y="332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205" y="102"/>
                    <a:pt x="205" y="102"/>
                    <a:pt x="205" y="102"/>
                  </a:cubicBezTo>
                  <a:cubicBezTo>
                    <a:pt x="205" y="0"/>
                    <a:pt x="205" y="0"/>
                    <a:pt x="205" y="0"/>
                  </a:cubicBezTo>
                </a:path>
              </a:pathLst>
            </a:custGeom>
            <a:solidFill>
              <a:srgbClr val="8977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6083300" y="4651375"/>
              <a:ext cx="611188" cy="949325"/>
            </a:xfrm>
            <a:custGeom>
              <a:avLst/>
              <a:gdLst/>
              <a:ahLst/>
              <a:cxnLst/>
              <a:rect l="l" t="t" r="r" b="b"/>
              <a:pathLst>
                <a:path w="166" h="258">
                  <a:moveTo>
                    <a:pt x="112" y="258"/>
                  </a:moveTo>
                  <a:cubicBezTo>
                    <a:pt x="112" y="257"/>
                    <a:pt x="112" y="256"/>
                    <a:pt x="113" y="255"/>
                  </a:cubicBezTo>
                  <a:cubicBezTo>
                    <a:pt x="121" y="227"/>
                    <a:pt x="129" y="159"/>
                    <a:pt x="137" y="130"/>
                  </a:cubicBezTo>
                  <a:cubicBezTo>
                    <a:pt x="146" y="99"/>
                    <a:pt x="154" y="69"/>
                    <a:pt x="160" y="37"/>
                  </a:cubicBezTo>
                  <a:cubicBezTo>
                    <a:pt x="161" y="31"/>
                    <a:pt x="162" y="24"/>
                    <a:pt x="164" y="18"/>
                  </a:cubicBezTo>
                  <a:cubicBezTo>
                    <a:pt x="164" y="15"/>
                    <a:pt x="164" y="13"/>
                    <a:pt x="164" y="12"/>
                  </a:cubicBezTo>
                  <a:cubicBezTo>
                    <a:pt x="165" y="9"/>
                    <a:pt x="165" y="5"/>
                    <a:pt x="165" y="2"/>
                  </a:cubicBezTo>
                  <a:cubicBezTo>
                    <a:pt x="166" y="1"/>
                    <a:pt x="166" y="1"/>
                    <a:pt x="1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04" y="28"/>
                    <a:pt x="104" y="28"/>
                    <a:pt x="104" y="28"/>
                  </a:cubicBezTo>
                  <a:cubicBezTo>
                    <a:pt x="68" y="258"/>
                    <a:pt x="68" y="258"/>
                    <a:pt x="68" y="258"/>
                  </a:cubicBezTo>
                  <a:cubicBezTo>
                    <a:pt x="112" y="258"/>
                    <a:pt x="112" y="258"/>
                    <a:pt x="112" y="258"/>
                  </a:cubicBezTo>
                </a:path>
              </a:pathLst>
            </a:custGeom>
            <a:solidFill>
              <a:srgbClr val="6351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5518150" y="4651375"/>
              <a:ext cx="590550" cy="949325"/>
            </a:xfrm>
            <a:custGeom>
              <a:avLst/>
              <a:gdLst/>
              <a:ahLst/>
              <a:cxnLst/>
              <a:rect l="l" t="t" r="r" b="b"/>
              <a:pathLst>
                <a:path w="160" h="258">
                  <a:moveTo>
                    <a:pt x="1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6"/>
                    <a:pt x="2" y="9"/>
                  </a:cubicBezTo>
                  <a:cubicBezTo>
                    <a:pt x="9" y="37"/>
                    <a:pt x="19" y="64"/>
                    <a:pt x="28" y="91"/>
                  </a:cubicBezTo>
                  <a:cubicBezTo>
                    <a:pt x="36" y="117"/>
                    <a:pt x="46" y="144"/>
                    <a:pt x="52" y="171"/>
                  </a:cubicBezTo>
                  <a:cubicBezTo>
                    <a:pt x="56" y="186"/>
                    <a:pt x="59" y="242"/>
                    <a:pt x="63" y="258"/>
                  </a:cubicBezTo>
                  <a:cubicBezTo>
                    <a:pt x="91" y="258"/>
                    <a:pt x="91" y="258"/>
                    <a:pt x="91" y="25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160" y="28"/>
                    <a:pt x="160" y="28"/>
                    <a:pt x="160" y="28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6351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5634038" y="2728913"/>
              <a:ext cx="190500" cy="284163"/>
            </a:xfrm>
            <a:custGeom>
              <a:avLst/>
              <a:gdLst/>
              <a:ahLst/>
              <a:cxnLst/>
              <a:rect l="l" t="t" r="r" b="b"/>
              <a:pathLst>
                <a:path w="52" h="77">
                  <a:moveTo>
                    <a:pt x="52" y="25"/>
                  </a:moveTo>
                  <a:cubicBezTo>
                    <a:pt x="52" y="25"/>
                    <a:pt x="36" y="0"/>
                    <a:pt x="18" y="14"/>
                  </a:cubicBezTo>
                  <a:cubicBezTo>
                    <a:pt x="0" y="27"/>
                    <a:pt x="19" y="77"/>
                    <a:pt x="52" y="69"/>
                  </a:cubicBezTo>
                  <a:lnTo>
                    <a:pt x="52" y="25"/>
                  </a:lnTo>
                  <a:close/>
                </a:path>
              </a:pathLst>
            </a:custGeom>
            <a:solidFill>
              <a:srgbClr val="EDAC7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5676900" y="2798763"/>
              <a:ext cx="147638" cy="177800"/>
            </a:xfrm>
            <a:custGeom>
              <a:avLst/>
              <a:gdLst/>
              <a:ahLst/>
              <a:cxnLst/>
              <a:rect l="l" t="t" r="r" b="b"/>
              <a:pathLst>
                <a:path w="40" h="48">
                  <a:moveTo>
                    <a:pt x="40" y="23"/>
                  </a:moveTo>
                  <a:cubicBezTo>
                    <a:pt x="40" y="45"/>
                    <a:pt x="40" y="45"/>
                    <a:pt x="40" y="45"/>
                  </a:cubicBezTo>
                  <a:cubicBezTo>
                    <a:pt x="12" y="48"/>
                    <a:pt x="0" y="8"/>
                    <a:pt x="13" y="3"/>
                  </a:cubicBezTo>
                  <a:cubicBezTo>
                    <a:pt x="24" y="0"/>
                    <a:pt x="35" y="15"/>
                    <a:pt x="40" y="23"/>
                  </a:cubicBezTo>
                  <a:close/>
                </a:path>
              </a:pathLst>
            </a:custGeom>
            <a:solidFill>
              <a:srgbClr val="F7A58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5707063" y="2803525"/>
              <a:ext cx="117475" cy="80963"/>
            </a:xfrm>
            <a:custGeom>
              <a:avLst/>
              <a:gdLst/>
              <a:ahLst/>
              <a:cxnLst/>
              <a:rect l="l" t="t" r="r" b="b"/>
              <a:pathLst>
                <a:path w="32" h="22"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2" y="6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1" y="4"/>
                    <a:pt x="14" y="5"/>
                    <a:pt x="16" y="7"/>
                  </a:cubicBezTo>
                  <a:cubicBezTo>
                    <a:pt x="17" y="7"/>
                    <a:pt x="18" y="8"/>
                    <a:pt x="19" y="9"/>
                  </a:cubicBezTo>
                  <a:cubicBezTo>
                    <a:pt x="20" y="10"/>
                    <a:pt x="21" y="11"/>
                    <a:pt x="22" y="12"/>
                  </a:cubicBezTo>
                  <a:cubicBezTo>
                    <a:pt x="24" y="13"/>
                    <a:pt x="26" y="15"/>
                    <a:pt x="27" y="17"/>
                  </a:cubicBezTo>
                  <a:cubicBezTo>
                    <a:pt x="30" y="20"/>
                    <a:pt x="32" y="22"/>
                    <a:pt x="32" y="22"/>
                  </a:cubicBezTo>
                  <a:cubicBezTo>
                    <a:pt x="32" y="22"/>
                    <a:pt x="32" y="21"/>
                    <a:pt x="31" y="20"/>
                  </a:cubicBezTo>
                  <a:cubicBezTo>
                    <a:pt x="31" y="19"/>
                    <a:pt x="30" y="17"/>
                    <a:pt x="29" y="15"/>
                  </a:cubicBezTo>
                  <a:cubicBezTo>
                    <a:pt x="28" y="14"/>
                    <a:pt x="28" y="13"/>
                    <a:pt x="27" y="12"/>
                  </a:cubicBezTo>
                  <a:cubicBezTo>
                    <a:pt x="26" y="11"/>
                    <a:pt x="25" y="10"/>
                    <a:pt x="25" y="9"/>
                  </a:cubicBezTo>
                  <a:cubicBezTo>
                    <a:pt x="23" y="7"/>
                    <a:pt x="21" y="5"/>
                    <a:pt x="18" y="4"/>
                  </a:cubicBezTo>
                  <a:cubicBezTo>
                    <a:pt x="17" y="3"/>
                    <a:pt x="15" y="2"/>
                    <a:pt x="14" y="1"/>
                  </a:cubicBezTo>
                  <a:cubicBezTo>
                    <a:pt x="13" y="1"/>
                    <a:pt x="11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3"/>
                    <a:pt x="2" y="3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6418263" y="2795588"/>
              <a:ext cx="214313" cy="287338"/>
            </a:xfrm>
            <a:custGeom>
              <a:avLst/>
              <a:gdLst/>
              <a:ahLst/>
              <a:cxnLst/>
              <a:rect l="l" t="t" r="r" b="b"/>
              <a:pathLst>
                <a:path w="57" h="78">
                  <a:moveTo>
                    <a:pt x="7" y="22"/>
                  </a:moveTo>
                  <a:cubicBezTo>
                    <a:pt x="7" y="22"/>
                    <a:pt x="27" y="0"/>
                    <a:pt x="43" y="16"/>
                  </a:cubicBezTo>
                  <a:cubicBezTo>
                    <a:pt x="58" y="33"/>
                    <a:pt x="31" y="78"/>
                    <a:pt x="0" y="65"/>
                  </a:cubicBezTo>
                  <a:lnTo>
                    <a:pt x="7" y="22"/>
                  </a:lnTo>
                  <a:close/>
                </a:path>
              </a:pathLst>
            </a:custGeom>
            <a:solidFill>
              <a:srgbClr val="EDAC7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6418263" y="2865438"/>
              <a:ext cx="173038" cy="176213"/>
            </a:xfrm>
            <a:custGeom>
              <a:avLst/>
              <a:gdLst/>
              <a:ahLst/>
              <a:cxnLst/>
              <a:rect l="l" t="t" r="r" b="b"/>
              <a:pathLst>
                <a:path w="47" h="48">
                  <a:moveTo>
                    <a:pt x="4" y="19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28" y="48"/>
                    <a:pt x="47" y="11"/>
                    <a:pt x="34" y="5"/>
                  </a:cubicBezTo>
                  <a:cubicBezTo>
                    <a:pt x="24" y="0"/>
                    <a:pt x="10" y="12"/>
                    <a:pt x="4" y="19"/>
                  </a:cubicBezTo>
                  <a:close/>
                </a:path>
              </a:pathLst>
            </a:custGeom>
            <a:solidFill>
              <a:srgbClr val="F7A58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6434138" y="2873375"/>
              <a:ext cx="123825" cy="61913"/>
            </a:xfrm>
            <a:custGeom>
              <a:avLst/>
              <a:gdLst/>
              <a:ahLst/>
              <a:cxnLst/>
              <a:rect l="l" t="t" r="r" b="b"/>
              <a:pathLst>
                <a:path w="34" h="17">
                  <a:moveTo>
                    <a:pt x="34" y="11"/>
                  </a:move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9"/>
                  </a:cubicBezTo>
                  <a:cubicBezTo>
                    <a:pt x="33" y="8"/>
                    <a:pt x="33" y="6"/>
                    <a:pt x="31" y="5"/>
                  </a:cubicBezTo>
                  <a:cubicBezTo>
                    <a:pt x="31" y="5"/>
                    <a:pt x="31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3" y="3"/>
                    <a:pt x="21" y="4"/>
                    <a:pt x="19" y="5"/>
                  </a:cubicBezTo>
                  <a:cubicBezTo>
                    <a:pt x="17" y="5"/>
                    <a:pt x="16" y="6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0" y="10"/>
                    <a:pt x="8" y="12"/>
                    <a:pt x="6" y="13"/>
                  </a:cubicBezTo>
                  <a:cubicBezTo>
                    <a:pt x="3" y="15"/>
                    <a:pt x="0" y="17"/>
                    <a:pt x="0" y="17"/>
                  </a:cubicBezTo>
                  <a:cubicBezTo>
                    <a:pt x="0" y="17"/>
                    <a:pt x="1" y="16"/>
                    <a:pt x="1" y="15"/>
                  </a:cubicBezTo>
                  <a:cubicBezTo>
                    <a:pt x="2" y="14"/>
                    <a:pt x="3" y="13"/>
                    <a:pt x="4" y="11"/>
                  </a:cubicBezTo>
                  <a:cubicBezTo>
                    <a:pt x="5" y="10"/>
                    <a:pt x="6" y="10"/>
                    <a:pt x="7" y="9"/>
                  </a:cubicBezTo>
                  <a:cubicBezTo>
                    <a:pt x="8" y="8"/>
                    <a:pt x="9" y="7"/>
                    <a:pt x="10" y="6"/>
                  </a:cubicBezTo>
                  <a:cubicBezTo>
                    <a:pt x="12" y="4"/>
                    <a:pt x="14" y="3"/>
                    <a:pt x="17" y="1"/>
                  </a:cubicBezTo>
                  <a:cubicBezTo>
                    <a:pt x="18" y="1"/>
                    <a:pt x="20" y="0"/>
                    <a:pt x="21" y="0"/>
                  </a:cubicBezTo>
                  <a:cubicBezTo>
                    <a:pt x="23" y="0"/>
                    <a:pt x="24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3"/>
                    <a:pt x="33" y="3"/>
                    <a:pt x="33" y="4"/>
                  </a:cubicBezTo>
                  <a:cubicBezTo>
                    <a:pt x="34" y="5"/>
                    <a:pt x="34" y="6"/>
                    <a:pt x="34" y="7"/>
                  </a:cubicBezTo>
                  <a:cubicBezTo>
                    <a:pt x="34" y="8"/>
                    <a:pt x="34" y="8"/>
                    <a:pt x="34" y="9"/>
                  </a:cubicBezTo>
                  <a:cubicBezTo>
                    <a:pt x="34" y="10"/>
                    <a:pt x="34" y="10"/>
                    <a:pt x="34" y="10"/>
                  </a:cubicBezTo>
                  <a:lnTo>
                    <a:pt x="34" y="11"/>
                  </a:ln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6019800" y="3116263"/>
              <a:ext cx="180975" cy="319088"/>
            </a:xfrm>
            <a:custGeom>
              <a:avLst/>
              <a:gdLst/>
              <a:ahLst/>
              <a:cxnLst/>
              <a:rect l="l" t="t" r="r" b="b"/>
              <a:pathLst>
                <a:path w="49" h="87">
                  <a:moveTo>
                    <a:pt x="1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49" y="72"/>
                    <a:pt x="45" y="86"/>
                    <a:pt x="25" y="86"/>
                  </a:cubicBezTo>
                  <a:cubicBezTo>
                    <a:pt x="5" y="87"/>
                    <a:pt x="0" y="72"/>
                    <a:pt x="0" y="72"/>
                  </a:cubicBezTo>
                  <a:cubicBezTo>
                    <a:pt x="0" y="7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DAC7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6019800" y="3116263"/>
              <a:ext cx="180975" cy="319088"/>
            </a:xfrm>
            <a:custGeom>
              <a:avLst/>
              <a:gdLst/>
              <a:ahLst/>
              <a:cxnLst/>
              <a:rect l="l" t="t" r="r" b="b"/>
              <a:pathLst>
                <a:path w="49" h="87">
                  <a:moveTo>
                    <a:pt x="1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49" y="72"/>
                    <a:pt x="45" y="86"/>
                    <a:pt x="25" y="86"/>
                  </a:cubicBezTo>
                  <a:cubicBezTo>
                    <a:pt x="5" y="87"/>
                    <a:pt x="0" y="72"/>
                    <a:pt x="0" y="72"/>
                  </a:cubicBezTo>
                  <a:cubicBezTo>
                    <a:pt x="0" y="7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6024563" y="3155950"/>
              <a:ext cx="176213" cy="88900"/>
            </a:xfrm>
            <a:custGeom>
              <a:avLst/>
              <a:gdLst/>
              <a:ahLst/>
              <a:cxnLst/>
              <a:rect l="l" t="t" r="r" b="b"/>
              <a:pathLst>
                <a:path w="48" h="24">
                  <a:moveTo>
                    <a:pt x="3" y="0"/>
                  </a:move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13"/>
                    <a:pt x="48" y="21"/>
                  </a:cubicBezTo>
                  <a:cubicBezTo>
                    <a:pt x="48" y="22"/>
                    <a:pt x="34" y="23"/>
                    <a:pt x="33" y="23"/>
                  </a:cubicBezTo>
                  <a:cubicBezTo>
                    <a:pt x="22" y="24"/>
                    <a:pt x="11" y="22"/>
                    <a:pt x="0" y="18"/>
                  </a:cubicBezTo>
                  <a:cubicBezTo>
                    <a:pt x="1" y="1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5780088" y="2468563"/>
              <a:ext cx="723900" cy="784225"/>
            </a:xfrm>
            <a:custGeom>
              <a:avLst/>
              <a:gdLst/>
              <a:ahLst/>
              <a:cxnLst/>
              <a:rect l="l" t="t" r="r" b="b"/>
              <a:pathLst>
                <a:path w="196" h="213">
                  <a:moveTo>
                    <a:pt x="2" y="75"/>
                  </a:moveTo>
                  <a:cubicBezTo>
                    <a:pt x="6" y="43"/>
                    <a:pt x="22" y="15"/>
                    <a:pt x="55" y="5"/>
                  </a:cubicBezTo>
                  <a:cubicBezTo>
                    <a:pt x="71" y="0"/>
                    <a:pt x="89" y="0"/>
                    <a:pt x="106" y="2"/>
                  </a:cubicBezTo>
                  <a:cubicBezTo>
                    <a:pt x="123" y="3"/>
                    <a:pt x="140" y="6"/>
                    <a:pt x="156" y="14"/>
                  </a:cubicBezTo>
                  <a:cubicBezTo>
                    <a:pt x="183" y="27"/>
                    <a:pt x="178" y="41"/>
                    <a:pt x="178" y="70"/>
                  </a:cubicBezTo>
                  <a:cubicBezTo>
                    <a:pt x="178" y="73"/>
                    <a:pt x="196" y="89"/>
                    <a:pt x="196" y="92"/>
                  </a:cubicBezTo>
                  <a:cubicBezTo>
                    <a:pt x="195" y="98"/>
                    <a:pt x="195" y="105"/>
                    <a:pt x="195" y="111"/>
                  </a:cubicBezTo>
                  <a:cubicBezTo>
                    <a:pt x="193" y="126"/>
                    <a:pt x="189" y="140"/>
                    <a:pt x="183" y="154"/>
                  </a:cubicBezTo>
                  <a:cubicBezTo>
                    <a:pt x="176" y="171"/>
                    <a:pt x="165" y="185"/>
                    <a:pt x="150" y="196"/>
                  </a:cubicBezTo>
                  <a:cubicBezTo>
                    <a:pt x="141" y="202"/>
                    <a:pt x="131" y="206"/>
                    <a:pt x="121" y="208"/>
                  </a:cubicBezTo>
                  <a:cubicBezTo>
                    <a:pt x="105" y="213"/>
                    <a:pt x="89" y="213"/>
                    <a:pt x="72" y="209"/>
                  </a:cubicBezTo>
                  <a:cubicBezTo>
                    <a:pt x="61" y="206"/>
                    <a:pt x="50" y="201"/>
                    <a:pt x="41" y="194"/>
                  </a:cubicBezTo>
                  <a:cubicBezTo>
                    <a:pt x="25" y="183"/>
                    <a:pt x="13" y="167"/>
                    <a:pt x="7" y="149"/>
                  </a:cubicBezTo>
                  <a:cubicBezTo>
                    <a:pt x="2" y="134"/>
                    <a:pt x="0" y="118"/>
                    <a:pt x="0" y="102"/>
                  </a:cubicBezTo>
                  <a:cubicBezTo>
                    <a:pt x="0" y="93"/>
                    <a:pt x="0" y="84"/>
                    <a:pt x="2" y="76"/>
                  </a:cubicBezTo>
                  <a:lnTo>
                    <a:pt x="2" y="75"/>
                  </a:ln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5780088" y="2644775"/>
              <a:ext cx="4763" cy="103188"/>
            </a:xfrm>
            <a:custGeom>
              <a:avLst/>
              <a:gdLst/>
              <a:ahLst/>
              <a:cxnLst/>
              <a:rect l="l" t="t" r="r" b="b"/>
              <a:pathLst>
                <a:path w="1" h="28">
                  <a:moveTo>
                    <a:pt x="0" y="28"/>
                  </a:moveTo>
                  <a:cubicBezTo>
                    <a:pt x="0" y="28"/>
                    <a:pt x="0" y="15"/>
                    <a:pt x="1" y="0"/>
                  </a:cubicBezTo>
                  <a:cubicBezTo>
                    <a:pt x="0" y="16"/>
                    <a:pt x="0" y="28"/>
                    <a:pt x="0" y="28"/>
                  </a:cubicBezTo>
                  <a:close/>
                </a:path>
              </a:pathLst>
            </a:custGeom>
            <a:solidFill>
              <a:srgbClr val="CF916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5570538" y="2301875"/>
              <a:ext cx="1014413" cy="971550"/>
            </a:xfrm>
            <a:custGeom>
              <a:avLst/>
              <a:gdLst/>
              <a:ahLst/>
              <a:cxnLst/>
              <a:rect l="l" t="t" r="r" b="b"/>
              <a:pathLst>
                <a:path w="275" h="264">
                  <a:moveTo>
                    <a:pt x="76" y="56"/>
                  </a:moveTo>
                  <a:cubicBezTo>
                    <a:pt x="104" y="13"/>
                    <a:pt x="258" y="0"/>
                    <a:pt x="267" y="145"/>
                  </a:cubicBezTo>
                  <a:cubicBezTo>
                    <a:pt x="275" y="251"/>
                    <a:pt x="155" y="264"/>
                    <a:pt x="98" y="239"/>
                  </a:cubicBezTo>
                  <a:cubicBezTo>
                    <a:pt x="0" y="197"/>
                    <a:pt x="47" y="99"/>
                    <a:pt x="76" y="56"/>
                  </a:cubicBezTo>
                  <a:close/>
                </a:path>
              </a:pathLst>
            </a:custGeom>
            <a:solidFill>
              <a:srgbClr val="B5722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5676900" y="2189163"/>
              <a:ext cx="860425" cy="717550"/>
            </a:xfrm>
            <a:custGeom>
              <a:avLst/>
              <a:gdLst/>
              <a:ahLst/>
              <a:cxnLst/>
              <a:rect l="l" t="t" r="r" b="b"/>
              <a:pathLst>
                <a:path w="233" h="195">
                  <a:moveTo>
                    <a:pt x="27" y="195"/>
                  </a:moveTo>
                  <a:cubicBezTo>
                    <a:pt x="27" y="195"/>
                    <a:pt x="13" y="191"/>
                    <a:pt x="6" y="161"/>
                  </a:cubicBezTo>
                  <a:cubicBezTo>
                    <a:pt x="0" y="140"/>
                    <a:pt x="6" y="96"/>
                    <a:pt x="32" y="75"/>
                  </a:cubicBezTo>
                  <a:cubicBezTo>
                    <a:pt x="47" y="62"/>
                    <a:pt x="51" y="68"/>
                    <a:pt x="51" y="68"/>
                  </a:cubicBezTo>
                  <a:cubicBezTo>
                    <a:pt x="51" y="68"/>
                    <a:pt x="55" y="53"/>
                    <a:pt x="84" y="41"/>
                  </a:cubicBezTo>
                  <a:cubicBezTo>
                    <a:pt x="178" y="0"/>
                    <a:pt x="201" y="44"/>
                    <a:pt x="215" y="81"/>
                  </a:cubicBezTo>
                  <a:cubicBezTo>
                    <a:pt x="233" y="131"/>
                    <a:pt x="224" y="168"/>
                    <a:pt x="126" y="136"/>
                  </a:cubicBezTo>
                  <a:cubicBezTo>
                    <a:pt x="86" y="123"/>
                    <a:pt x="61" y="116"/>
                    <a:pt x="61" y="116"/>
                  </a:cubicBezTo>
                  <a:cubicBezTo>
                    <a:pt x="61" y="116"/>
                    <a:pt x="62" y="129"/>
                    <a:pt x="54" y="147"/>
                  </a:cubicBezTo>
                  <a:cubicBezTo>
                    <a:pt x="46" y="165"/>
                    <a:pt x="27" y="185"/>
                    <a:pt x="27" y="185"/>
                  </a:cubicBezTo>
                </a:path>
              </a:pathLst>
            </a:custGeom>
            <a:solidFill>
              <a:srgbClr val="B5722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5411788" y="3370263"/>
              <a:ext cx="1390650" cy="784225"/>
            </a:xfrm>
            <a:custGeom>
              <a:avLst/>
              <a:gdLst/>
              <a:ahLst/>
              <a:cxnLst/>
              <a:rect l="l" t="t" r="r" b="b"/>
              <a:pathLst>
                <a:path w="377" h="213">
                  <a:moveTo>
                    <a:pt x="365" y="154"/>
                  </a:moveTo>
                  <a:cubicBezTo>
                    <a:pt x="310" y="30"/>
                    <a:pt x="310" y="30"/>
                    <a:pt x="310" y="30"/>
                  </a:cubicBezTo>
                  <a:cubicBezTo>
                    <a:pt x="302" y="12"/>
                    <a:pt x="281" y="0"/>
                    <a:pt x="258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96" y="0"/>
                    <a:pt x="75" y="12"/>
                    <a:pt x="68" y="30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0" y="183"/>
                    <a:pt x="27" y="213"/>
                    <a:pt x="65" y="213"/>
                  </a:cubicBezTo>
                  <a:cubicBezTo>
                    <a:pt x="185" y="213"/>
                    <a:pt x="185" y="213"/>
                    <a:pt x="185" y="213"/>
                  </a:cubicBezTo>
                  <a:cubicBezTo>
                    <a:pt x="192" y="213"/>
                    <a:pt x="192" y="213"/>
                    <a:pt x="192" y="213"/>
                  </a:cubicBezTo>
                  <a:cubicBezTo>
                    <a:pt x="312" y="213"/>
                    <a:pt x="312" y="213"/>
                    <a:pt x="312" y="213"/>
                  </a:cubicBezTo>
                  <a:cubicBezTo>
                    <a:pt x="350" y="213"/>
                    <a:pt x="377" y="183"/>
                    <a:pt x="365" y="154"/>
                  </a:cubicBezTo>
                  <a:close/>
                </a:path>
              </a:pathLst>
            </a:custGeom>
            <a:solidFill>
              <a:srgbClr val="004DB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5611813" y="3451225"/>
              <a:ext cx="1001713" cy="1181100"/>
            </a:xfrm>
            <a:custGeom>
              <a:avLst/>
              <a:gdLst/>
              <a:ahLst/>
              <a:cxnLst/>
              <a:rect l="l" t="t" r="r" b="b"/>
              <a:pathLst>
                <a:path w="272" h="321">
                  <a:moveTo>
                    <a:pt x="216" y="321"/>
                  </a:moveTo>
                  <a:cubicBezTo>
                    <a:pt x="57" y="321"/>
                    <a:pt x="57" y="321"/>
                    <a:pt x="57" y="321"/>
                  </a:cubicBezTo>
                  <a:cubicBezTo>
                    <a:pt x="25" y="321"/>
                    <a:pt x="0" y="296"/>
                    <a:pt x="0" y="265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7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47" y="0"/>
                    <a:pt x="272" y="25"/>
                    <a:pt x="272" y="56"/>
                  </a:cubicBezTo>
                  <a:cubicBezTo>
                    <a:pt x="272" y="265"/>
                    <a:pt x="272" y="265"/>
                    <a:pt x="272" y="265"/>
                  </a:cubicBezTo>
                  <a:cubicBezTo>
                    <a:pt x="272" y="296"/>
                    <a:pt x="247" y="321"/>
                    <a:pt x="216" y="321"/>
                  </a:cubicBezTo>
                  <a:close/>
                </a:path>
              </a:pathLst>
            </a:custGeom>
            <a:solidFill>
              <a:srgbClr val="3974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5659438" y="3451225"/>
              <a:ext cx="906463" cy="1111250"/>
            </a:xfrm>
            <a:custGeom>
              <a:avLst/>
              <a:gdLst/>
              <a:ahLst/>
              <a:cxnLst/>
              <a:rect l="l" t="t" r="r" b="b"/>
              <a:pathLst>
                <a:path w="246" h="302">
                  <a:moveTo>
                    <a:pt x="190" y="302"/>
                  </a:moveTo>
                  <a:cubicBezTo>
                    <a:pt x="57" y="302"/>
                    <a:pt x="57" y="302"/>
                    <a:pt x="57" y="302"/>
                  </a:cubicBezTo>
                  <a:cubicBezTo>
                    <a:pt x="26" y="302"/>
                    <a:pt x="0" y="276"/>
                    <a:pt x="0" y="245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21" y="0"/>
                    <a:pt x="246" y="25"/>
                    <a:pt x="246" y="56"/>
                  </a:cubicBezTo>
                  <a:cubicBezTo>
                    <a:pt x="246" y="245"/>
                    <a:pt x="246" y="245"/>
                    <a:pt x="246" y="245"/>
                  </a:cubicBezTo>
                  <a:cubicBezTo>
                    <a:pt x="246" y="276"/>
                    <a:pt x="221" y="302"/>
                    <a:pt x="190" y="302"/>
                  </a:cubicBezTo>
                  <a:close/>
                </a:path>
              </a:pathLst>
            </a:custGeom>
            <a:solidFill>
              <a:srgbClr val="285C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5643563" y="2725738"/>
              <a:ext cx="908050" cy="588963"/>
            </a:xfrm>
            <a:custGeom>
              <a:avLst/>
              <a:gdLst/>
              <a:ahLst/>
              <a:cxnLst/>
              <a:rect l="l" t="t" r="r" b="b"/>
              <a:pathLst>
                <a:path w="246" h="160">
                  <a:moveTo>
                    <a:pt x="190" y="160"/>
                  </a:moveTo>
                  <a:cubicBezTo>
                    <a:pt x="57" y="160"/>
                    <a:pt x="57" y="160"/>
                    <a:pt x="57" y="160"/>
                  </a:cubicBezTo>
                  <a:cubicBezTo>
                    <a:pt x="26" y="160"/>
                    <a:pt x="0" y="135"/>
                    <a:pt x="0" y="10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21" y="0"/>
                    <a:pt x="246" y="26"/>
                    <a:pt x="246" y="57"/>
                  </a:cubicBezTo>
                  <a:cubicBezTo>
                    <a:pt x="246" y="104"/>
                    <a:pt x="246" y="104"/>
                    <a:pt x="246" y="104"/>
                  </a:cubicBezTo>
                  <a:cubicBezTo>
                    <a:pt x="246" y="135"/>
                    <a:pt x="221" y="160"/>
                    <a:pt x="190" y="160"/>
                  </a:cubicBezTo>
                  <a:close/>
                </a:path>
              </a:pathLst>
            </a:custGeom>
            <a:solidFill>
              <a:srgbClr val="3974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5703888" y="2747963"/>
              <a:ext cx="792163" cy="515938"/>
            </a:xfrm>
            <a:custGeom>
              <a:avLst/>
              <a:gdLst/>
              <a:ahLst/>
              <a:cxnLst/>
              <a:rect l="l" t="t" r="r" b="b"/>
              <a:pathLst>
                <a:path w="215" h="140">
                  <a:moveTo>
                    <a:pt x="169" y="140"/>
                  </a:moveTo>
                  <a:cubicBezTo>
                    <a:pt x="45" y="140"/>
                    <a:pt x="45" y="140"/>
                    <a:pt x="45" y="140"/>
                  </a:cubicBezTo>
                  <a:cubicBezTo>
                    <a:pt x="20" y="140"/>
                    <a:pt x="0" y="120"/>
                    <a:pt x="0" y="9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94" y="0"/>
                    <a:pt x="215" y="20"/>
                    <a:pt x="215" y="46"/>
                  </a:cubicBezTo>
                  <a:cubicBezTo>
                    <a:pt x="215" y="95"/>
                    <a:pt x="215" y="95"/>
                    <a:pt x="215" y="95"/>
                  </a:cubicBezTo>
                  <a:cubicBezTo>
                    <a:pt x="215" y="120"/>
                    <a:pt x="194" y="140"/>
                    <a:pt x="169" y="140"/>
                  </a:cubicBezTo>
                  <a:close/>
                </a:path>
              </a:pathLst>
            </a:custGeom>
            <a:solidFill>
              <a:srgbClr val="285C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5508625" y="4651375"/>
              <a:ext cx="1171575" cy="274638"/>
            </a:xfrm>
            <a:prstGeom prst="ellipse">
              <a:avLst/>
            </a:prstGeom>
            <a:solidFill>
              <a:srgbClr val="285C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2" name="AutoShape 82"/>
            <p:cNvSpPr/>
            <p:nvPr/>
          </p:nvSpPr>
          <p:spPr>
            <a:xfrm>
              <a:off x="5643563" y="4651375"/>
              <a:ext cx="896938" cy="69850"/>
            </a:xfrm>
            <a:custGeom>
              <a:avLst/>
              <a:gdLst/>
              <a:ahLst/>
              <a:cxnLst/>
              <a:rect l="l" t="t" r="r" b="b"/>
              <a:pathLst>
                <a:path w="243" h="19">
                  <a:moveTo>
                    <a:pt x="0" y="14"/>
                  </a:moveTo>
                  <a:cubicBezTo>
                    <a:pt x="30" y="17"/>
                    <a:pt x="73" y="19"/>
                    <a:pt x="122" y="19"/>
                  </a:cubicBezTo>
                  <a:cubicBezTo>
                    <a:pt x="171" y="19"/>
                    <a:pt x="214" y="17"/>
                    <a:pt x="243" y="14"/>
                  </a:cubicBezTo>
                  <a:cubicBezTo>
                    <a:pt x="214" y="6"/>
                    <a:pt x="171" y="0"/>
                    <a:pt x="122" y="0"/>
                  </a:cubicBezTo>
                  <a:cubicBezTo>
                    <a:pt x="73" y="0"/>
                    <a:pt x="30" y="6"/>
                    <a:pt x="0" y="14"/>
                  </a:cubicBezTo>
                  <a:close/>
                </a:path>
              </a:pathLst>
            </a:custGeom>
            <a:solidFill>
              <a:srgbClr val="3974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3" name="AutoShape 83"/>
            <p:cNvSpPr/>
            <p:nvPr/>
          </p:nvSpPr>
          <p:spPr>
            <a:xfrm>
              <a:off x="6035675" y="4926013"/>
              <a:ext cx="109538" cy="0"/>
            </a:xfrm>
            <a:custGeom>
              <a:avLst/>
              <a:gdLst/>
              <a:ahLst/>
              <a:cxnLst/>
              <a:rect l="l" t="t" r="r" b="b"/>
              <a:pathLst>
                <a:path w="30"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7" y="0"/>
                    <a:pt x="17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14" y="0"/>
                  </a:moveTo>
                  <a:cubicBezTo>
                    <a:pt x="14" y="0"/>
                    <a:pt x="14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7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19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9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7" y="0"/>
                  </a:moveTo>
                  <a:cubicBezTo>
                    <a:pt x="7" y="0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5" y="0"/>
                  </a:moveTo>
                  <a:cubicBezTo>
                    <a:pt x="5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27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28" y="0"/>
                  </a:moveTo>
                  <a:cubicBezTo>
                    <a:pt x="28" y="0"/>
                    <a:pt x="27" y="0"/>
                    <a:pt x="27" y="0"/>
                  </a:cubicBezTo>
                  <a:cubicBezTo>
                    <a:pt x="27" y="0"/>
                    <a:pt x="27" y="0"/>
                    <a:pt x="28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7BFD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4" name="AutoShape 84"/>
            <p:cNvSpPr/>
            <p:nvPr/>
          </p:nvSpPr>
          <p:spPr>
            <a:xfrm>
              <a:off x="5518150" y="4816475"/>
              <a:ext cx="1150938" cy="109538"/>
            </a:xfrm>
            <a:custGeom>
              <a:avLst/>
              <a:gdLst/>
              <a:ahLst/>
              <a:cxnLst/>
              <a:rect l="l" t="t" r="r" b="b"/>
              <a:pathLst>
                <a:path w="312" h="30">
                  <a:moveTo>
                    <a:pt x="3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3" y="16"/>
                    <a:pt x="70" y="28"/>
                    <a:pt x="140" y="30"/>
                  </a:cubicBezTo>
                  <a:cubicBezTo>
                    <a:pt x="140" y="30"/>
                    <a:pt x="140" y="30"/>
                    <a:pt x="140" y="30"/>
                  </a:cubicBezTo>
                  <a:cubicBezTo>
                    <a:pt x="140" y="30"/>
                    <a:pt x="140" y="30"/>
                    <a:pt x="140" y="30"/>
                  </a:cubicBezTo>
                  <a:cubicBezTo>
                    <a:pt x="140" y="30"/>
                    <a:pt x="140" y="30"/>
                    <a:pt x="140" y="3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41" y="30"/>
                    <a:pt x="141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7" y="30"/>
                    <a:pt x="147" y="30"/>
                  </a:cubicBezTo>
                  <a:cubicBezTo>
                    <a:pt x="147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0" y="30"/>
                  </a:cubicBezTo>
                  <a:cubicBezTo>
                    <a:pt x="150" y="30"/>
                    <a:pt x="150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1" y="30"/>
                    <a:pt x="151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3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5" y="30"/>
                    <a:pt x="155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59" y="30"/>
                    <a:pt x="159" y="30"/>
                    <a:pt x="159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0" y="30"/>
                    <a:pt x="160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61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4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5" y="30"/>
                  </a:cubicBezTo>
                  <a:cubicBezTo>
                    <a:pt x="165" y="30"/>
                    <a:pt x="165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6" y="30"/>
                    <a:pt x="166" y="30"/>
                  </a:cubicBezTo>
                  <a:cubicBezTo>
                    <a:pt x="166" y="30"/>
                    <a:pt x="167" y="30"/>
                    <a:pt x="167" y="30"/>
                  </a:cubicBezTo>
                  <a:cubicBezTo>
                    <a:pt x="167" y="30"/>
                    <a:pt x="167" y="30"/>
                    <a:pt x="167" y="30"/>
                  </a:cubicBezTo>
                  <a:cubicBezTo>
                    <a:pt x="167" y="30"/>
                    <a:pt x="167" y="30"/>
                    <a:pt x="167" y="30"/>
                  </a:cubicBezTo>
                  <a:cubicBezTo>
                    <a:pt x="167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8" y="30"/>
                    <a:pt x="169" y="30"/>
                    <a:pt x="169" y="30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69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241" y="29"/>
                    <a:pt x="298" y="16"/>
                    <a:pt x="312" y="0"/>
                  </a:cubicBezTo>
                </a:path>
              </a:pathLst>
            </a:custGeom>
            <a:solidFill>
              <a:srgbClr val="13456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5" name="AutoShape 85"/>
            <p:cNvSpPr/>
            <p:nvPr/>
          </p:nvSpPr>
          <p:spPr>
            <a:xfrm>
              <a:off x="6005513" y="4116388"/>
              <a:ext cx="173038" cy="1495425"/>
            </a:xfrm>
            <a:custGeom>
              <a:avLst/>
              <a:gdLst/>
              <a:ahLst/>
              <a:cxnLst/>
              <a:rect l="l" t="t" r="r" b="b"/>
              <a:pathLst>
                <a:path w="47" h="406">
                  <a:moveTo>
                    <a:pt x="47" y="406"/>
                  </a:moveTo>
                  <a:cubicBezTo>
                    <a:pt x="0" y="406"/>
                    <a:pt x="0" y="406"/>
                    <a:pt x="0" y="40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7" y="11"/>
                    <a:pt x="47" y="24"/>
                  </a:cubicBezTo>
                  <a:lnTo>
                    <a:pt x="47" y="406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6" name="AutoShape 86"/>
            <p:cNvSpPr/>
            <p:nvPr/>
          </p:nvSpPr>
          <p:spPr>
            <a:xfrm>
              <a:off x="6030913" y="2868613"/>
              <a:ext cx="122238" cy="1270000"/>
            </a:xfrm>
            <a:custGeom>
              <a:avLst/>
              <a:gdLst/>
              <a:ahLst/>
              <a:cxnLst/>
              <a:rect l="l" t="t" r="r" b="b"/>
              <a:pathLst>
                <a:path w="33" h="345">
                  <a:moveTo>
                    <a:pt x="33" y="345"/>
                  </a:moveTo>
                  <a:cubicBezTo>
                    <a:pt x="0" y="345"/>
                    <a:pt x="0" y="345"/>
                    <a:pt x="0" y="345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lnTo>
                    <a:pt x="33" y="345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7" name="AutoShape 87"/>
            <p:cNvSpPr/>
            <p:nvPr/>
          </p:nvSpPr>
          <p:spPr>
            <a:xfrm>
              <a:off x="5383213" y="5600700"/>
              <a:ext cx="471488" cy="184150"/>
            </a:xfrm>
            <a:custGeom>
              <a:avLst/>
              <a:gdLst/>
              <a:ahLst/>
              <a:cxnLst/>
              <a:rect l="l" t="t" r="r" b="b"/>
              <a:pathLst>
                <a:path w="128" h="50">
                  <a:moveTo>
                    <a:pt x="12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0" y="6"/>
                    <a:pt x="0" y="50"/>
                  </a:cubicBezTo>
                  <a:cubicBezTo>
                    <a:pt x="128" y="50"/>
                    <a:pt x="128" y="50"/>
                    <a:pt x="128" y="50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rgbClr val="331D0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8" name="AutoShape 88"/>
            <p:cNvSpPr/>
            <p:nvPr/>
          </p:nvSpPr>
          <p:spPr>
            <a:xfrm>
              <a:off x="5268913" y="4138613"/>
              <a:ext cx="825500" cy="825500"/>
            </a:xfrm>
            <a:custGeom>
              <a:avLst/>
              <a:gdLst/>
              <a:ahLst/>
              <a:cxnLst/>
              <a:rect l="l" t="t" r="r" b="b"/>
              <a:pathLst>
                <a:path w="224" h="224">
                  <a:moveTo>
                    <a:pt x="222" y="209"/>
                  </a:moveTo>
                  <a:cubicBezTo>
                    <a:pt x="221" y="209"/>
                    <a:pt x="157" y="214"/>
                    <a:pt x="85" y="193"/>
                  </a:cubicBezTo>
                  <a:cubicBezTo>
                    <a:pt x="34" y="178"/>
                    <a:pt x="41" y="72"/>
                    <a:pt x="49" y="22"/>
                  </a:cubicBezTo>
                  <a:cubicBezTo>
                    <a:pt x="69" y="21"/>
                    <a:pt x="85" y="16"/>
                    <a:pt x="85" y="11"/>
                  </a:cubicBezTo>
                  <a:cubicBezTo>
                    <a:pt x="85" y="5"/>
                    <a:pt x="66" y="0"/>
                    <a:pt x="42" y="0"/>
                  </a:cubicBezTo>
                  <a:cubicBezTo>
                    <a:pt x="19" y="0"/>
                    <a:pt x="0" y="5"/>
                    <a:pt x="0" y="11"/>
                  </a:cubicBezTo>
                  <a:cubicBezTo>
                    <a:pt x="0" y="16"/>
                    <a:pt x="13" y="20"/>
                    <a:pt x="31" y="21"/>
                  </a:cubicBezTo>
                  <a:cubicBezTo>
                    <a:pt x="25" y="61"/>
                    <a:pt x="11" y="187"/>
                    <a:pt x="79" y="207"/>
                  </a:cubicBezTo>
                  <a:cubicBezTo>
                    <a:pt x="128" y="222"/>
                    <a:pt x="174" y="224"/>
                    <a:pt x="200" y="224"/>
                  </a:cubicBezTo>
                  <a:cubicBezTo>
                    <a:pt x="214" y="224"/>
                    <a:pt x="223" y="224"/>
                    <a:pt x="224" y="224"/>
                  </a:cubicBezTo>
                  <a:lnTo>
                    <a:pt x="222" y="209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9" name="AutoShape 89"/>
            <p:cNvSpPr/>
            <p:nvPr/>
          </p:nvSpPr>
          <p:spPr>
            <a:xfrm>
              <a:off x="6119813" y="4138613"/>
              <a:ext cx="822325" cy="825500"/>
            </a:xfrm>
            <a:custGeom>
              <a:avLst/>
              <a:gdLst/>
              <a:ahLst/>
              <a:cxnLst/>
              <a:rect l="l" t="t" r="r" b="b"/>
              <a:pathLst>
                <a:path w="223" h="224">
                  <a:moveTo>
                    <a:pt x="2" y="209"/>
                  </a:moveTo>
                  <a:cubicBezTo>
                    <a:pt x="2" y="209"/>
                    <a:pt x="67" y="214"/>
                    <a:pt x="138" y="193"/>
                  </a:cubicBezTo>
                  <a:cubicBezTo>
                    <a:pt x="190" y="178"/>
                    <a:pt x="183" y="72"/>
                    <a:pt x="175" y="22"/>
                  </a:cubicBezTo>
                  <a:cubicBezTo>
                    <a:pt x="155" y="21"/>
                    <a:pt x="139" y="16"/>
                    <a:pt x="139" y="11"/>
                  </a:cubicBezTo>
                  <a:cubicBezTo>
                    <a:pt x="139" y="5"/>
                    <a:pt x="158" y="0"/>
                    <a:pt x="181" y="0"/>
                  </a:cubicBezTo>
                  <a:cubicBezTo>
                    <a:pt x="205" y="0"/>
                    <a:pt x="223" y="5"/>
                    <a:pt x="223" y="11"/>
                  </a:cubicBezTo>
                  <a:cubicBezTo>
                    <a:pt x="223" y="16"/>
                    <a:pt x="211" y="20"/>
                    <a:pt x="193" y="21"/>
                  </a:cubicBezTo>
                  <a:cubicBezTo>
                    <a:pt x="199" y="61"/>
                    <a:pt x="213" y="187"/>
                    <a:pt x="144" y="207"/>
                  </a:cubicBezTo>
                  <a:cubicBezTo>
                    <a:pt x="95" y="222"/>
                    <a:pt x="50" y="224"/>
                    <a:pt x="24" y="224"/>
                  </a:cubicBezTo>
                  <a:cubicBezTo>
                    <a:pt x="10" y="224"/>
                    <a:pt x="1" y="224"/>
                    <a:pt x="0" y="224"/>
                  </a:cubicBezTo>
                  <a:lnTo>
                    <a:pt x="2" y="209"/>
                  </a:lnTo>
                  <a:close/>
                </a:path>
              </a:pathLst>
            </a:cu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0" name="AutoShape 90"/>
            <p:cNvSpPr/>
            <p:nvPr/>
          </p:nvSpPr>
          <p:spPr>
            <a:xfrm>
              <a:off x="5994400" y="5611813"/>
              <a:ext cx="200025" cy="201613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1" name="AutoShape 91"/>
            <p:cNvSpPr/>
            <p:nvPr/>
          </p:nvSpPr>
          <p:spPr>
            <a:xfrm>
              <a:off x="5994400" y="4054475"/>
              <a:ext cx="200025" cy="201613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2" name="AutoShape 92"/>
            <p:cNvSpPr/>
            <p:nvPr/>
          </p:nvSpPr>
          <p:spPr>
            <a:xfrm>
              <a:off x="5659438" y="5611813"/>
              <a:ext cx="203200" cy="201613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3" name="AutoShape 93"/>
            <p:cNvSpPr/>
            <p:nvPr/>
          </p:nvSpPr>
          <p:spPr>
            <a:xfrm>
              <a:off x="6326188" y="5611813"/>
              <a:ext cx="203200" cy="201613"/>
            </a:xfrm>
            <a:prstGeom prst="ellipse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4" name="AutoShape 94"/>
            <p:cNvSpPr/>
            <p:nvPr/>
          </p:nvSpPr>
          <p:spPr>
            <a:xfrm>
              <a:off x="5788025" y="5600700"/>
              <a:ext cx="612775" cy="69850"/>
            </a:xfrm>
            <a:prstGeom prst="rect">
              <a:avLst/>
            </a:prstGeom>
            <a:solidFill>
              <a:srgbClr val="202739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2392" y="1780931"/>
            <a:ext cx="4876624" cy="197573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44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基于</a:t>
            </a:r>
            <a:r>
              <a:rPr lang="en-US" altLang="zh-CN" sz="44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Python</a:t>
            </a:r>
            <a:r>
              <a:rPr lang="zh-CN" altLang="en-US" sz="44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lang="en-US" sz="4400" b="1" i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旅游景点门票管理系统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838200" y="4030987"/>
            <a:ext cx="3270250" cy="844917"/>
          </a:xfrm>
          <a:prstGeom prst="roundRect">
            <a:avLst>
              <a:gd name="adj" fmla="val 50000"/>
            </a:avLst>
          </a:prstGeom>
          <a:solidFill>
            <a:srgbClr val="12529F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1"/>
          <a:lstStyle/>
          <a:p>
            <a:pPr algn="ctr">
              <a:lnSpc>
                <a:spcPct val="108000"/>
              </a:lnSpc>
              <a:spcBef>
                <a:spcPts val="1000"/>
              </a:spcBef>
              <a:defRPr/>
            </a:pPr>
            <a:r>
              <a:rPr lang="en-US" sz="2400" b="0" i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基于Python的数字化票务解决方案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942392" y="558546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altLang="en-US" sz="11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王晓宇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942392" y="585978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>
                <a:latin typeface="微软雅黑"/>
                <a:ea typeface="微软雅黑"/>
                <a:cs typeface="微软雅黑"/>
              </a:rPr>
              <a:t>2026.4.17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a70d5dc-0375-44d9-8039-f0887ff6d10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298"/>
            <a:ext cx="10858500" cy="5003802"/>
            <a:chOff x="660400" y="1130298"/>
            <a:chExt cx="10858500" cy="5003802"/>
          </a:xfrm>
        </p:grpSpPr>
        <p:sp>
          <p:nvSpPr>
            <p:cNvPr id="4" name="AutoShape 4"/>
            <p:cNvSpPr/>
            <p:nvPr/>
          </p:nvSpPr>
          <p:spPr>
            <a:xfrm>
              <a:off x="660400" y="1130298"/>
              <a:ext cx="3098800" cy="176895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3916680" y="1130300"/>
              <a:ext cx="7602220" cy="1768952"/>
            </a:xfrm>
            <a:prstGeom prst="roundRect">
              <a:avLst>
                <a:gd name="adj" fmla="val 4606"/>
              </a:avLst>
            </a:prstGeom>
            <a:blipFill rotWithShape="1">
              <a:blip r:embed="rId2">
                <a:alphaModFix/>
                <a:alphaModFix/>
              </a:blip>
              <a:stretch>
                <a:fillRect l="-26962" t="-148140" r="2" b="-102008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660400" y="3127497"/>
              <a:ext cx="2649152" cy="1389179"/>
              <a:chOff x="660400" y="3127497"/>
              <a:chExt cx="2649152" cy="138917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8904" y="3678475"/>
                <a:ext cx="2472145" cy="762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项目背景与目标</a:t>
                </a:r>
                <a:endParaRPr lang="en-US" sz="1100"/>
              </a:p>
            </p:txBody>
          </p:sp>
          <p:sp>
            <p:nvSpPr>
              <p:cNvPr id="8" name="AutoShape 8"/>
              <p:cNvSpPr/>
              <p:nvPr/>
            </p:nvSpPr>
            <p:spPr>
              <a:xfrm>
                <a:off x="660400" y="3390822"/>
                <a:ext cx="2649152" cy="1125854"/>
              </a:xfrm>
              <a:prstGeom prst="roundRect">
                <a:avLst>
                  <a:gd name="adj" fmla="val 358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 flipH="1">
                <a:off x="1721651" y="3127497"/>
                <a:ext cx="526650" cy="52665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396849" y="3127497"/>
              <a:ext cx="2649152" cy="1389179"/>
              <a:chOff x="3396849" y="3127497"/>
              <a:chExt cx="2649152" cy="138917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485353" y="3678475"/>
                <a:ext cx="2472145" cy="762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技术选型与架构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3396849" y="3390822"/>
                <a:ext cx="2649152" cy="1125854"/>
              </a:xfrm>
              <a:prstGeom prst="roundRect">
                <a:avLst>
                  <a:gd name="adj" fmla="val 358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 flipH="1">
                <a:off x="4458100" y="3127497"/>
                <a:ext cx="526650" cy="52665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133298" y="3127497"/>
              <a:ext cx="2649152" cy="1389179"/>
              <a:chOff x="6133298" y="3127497"/>
              <a:chExt cx="2649152" cy="138917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221802" y="3678475"/>
                <a:ext cx="2472145" cy="762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系统功能设计</a:t>
                </a:r>
                <a:endParaRPr lang="en-US" sz="1100"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6133298" y="3390822"/>
                <a:ext cx="2649152" cy="1125854"/>
              </a:xfrm>
              <a:prstGeom prst="roundRect">
                <a:avLst>
                  <a:gd name="adj" fmla="val 358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 flipH="1">
                <a:off x="7194549" y="3127497"/>
                <a:ext cx="526650" cy="52665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869748" y="3127497"/>
              <a:ext cx="2649152" cy="1389179"/>
              <a:chOff x="8869748" y="3127497"/>
              <a:chExt cx="2649152" cy="1389179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8958252" y="3678475"/>
                <a:ext cx="2472145" cy="762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核心函数解析</a:t>
                </a:r>
                <a:endParaRPr lang="en-US" sz="1100"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8869748" y="3390822"/>
                <a:ext cx="2649152" cy="1125854"/>
              </a:xfrm>
              <a:prstGeom prst="roundRect">
                <a:avLst>
                  <a:gd name="adj" fmla="val 358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 flipH="1">
                <a:off x="9930999" y="3127497"/>
                <a:ext cx="526650" cy="52665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034975" y="4744921"/>
              <a:ext cx="2649152" cy="1389179"/>
              <a:chOff x="2034975" y="4744921"/>
              <a:chExt cx="2649152" cy="1389179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2123479" y="5295899"/>
                <a:ext cx="2472145" cy="762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数据库设计</a:t>
                </a:r>
                <a:endParaRPr lang="en-US" sz="1100"/>
              </a:p>
            </p:txBody>
          </p:sp>
          <p:sp>
            <p:nvSpPr>
              <p:cNvPr id="24" name="AutoShape 24"/>
              <p:cNvSpPr/>
              <p:nvPr/>
            </p:nvSpPr>
            <p:spPr>
              <a:xfrm>
                <a:off x="2034975" y="5008246"/>
                <a:ext cx="2649152" cy="1125854"/>
              </a:xfrm>
              <a:prstGeom prst="roundRect">
                <a:avLst>
                  <a:gd name="adj" fmla="val 358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 flipH="1">
                <a:off x="3096226" y="4744921"/>
                <a:ext cx="526650" cy="52665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771424" y="4744921"/>
              <a:ext cx="2649152" cy="1389179"/>
              <a:chOff x="4771424" y="4744921"/>
              <a:chExt cx="2649152" cy="1389179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859928" y="5295899"/>
                <a:ext cx="2472145" cy="762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系统实现与测试</a:t>
                </a:r>
                <a:endParaRPr lang="en-US" sz="1100"/>
              </a:p>
            </p:txBody>
          </p:sp>
          <p:sp>
            <p:nvSpPr>
              <p:cNvPr id="28" name="AutoShape 28"/>
              <p:cNvSpPr/>
              <p:nvPr/>
            </p:nvSpPr>
            <p:spPr>
              <a:xfrm>
                <a:off x="4771424" y="5008246"/>
                <a:ext cx="2649152" cy="1125854"/>
              </a:xfrm>
              <a:prstGeom prst="roundRect">
                <a:avLst>
                  <a:gd name="adj" fmla="val 358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 flipH="1">
                <a:off x="5832675" y="4744921"/>
                <a:ext cx="526650" cy="52665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6</a:t>
                </a:r>
                <a:endParaRPr lang="en-US" sz="11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507873" y="4744921"/>
              <a:ext cx="2649152" cy="1389179"/>
              <a:chOff x="7507873" y="4744921"/>
              <a:chExt cx="2649152" cy="1389179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596377" y="5295899"/>
                <a:ext cx="2472145" cy="762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总结与展望</a:t>
                </a:r>
                <a:endParaRPr lang="en-US" sz="1100"/>
              </a:p>
            </p:txBody>
          </p:sp>
          <p:sp>
            <p:nvSpPr>
              <p:cNvPr id="32" name="AutoShape 32"/>
              <p:cNvSpPr/>
              <p:nvPr/>
            </p:nvSpPr>
            <p:spPr>
              <a:xfrm>
                <a:off x="7507873" y="5008246"/>
                <a:ext cx="2649152" cy="1125854"/>
              </a:xfrm>
              <a:prstGeom prst="roundRect">
                <a:avLst>
                  <a:gd name="adj" fmla="val 358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 flipH="1">
                <a:off x="8569124" y="4744921"/>
                <a:ext cx="526650" cy="52665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7</a:t>
                </a:r>
                <a:endParaRPr lang="en-US" sz="1100"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8084" y="2787105"/>
            <a:ext cx="5853924" cy="87029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项目背景与目标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48084" y="3662908"/>
            <a:ext cx="5853924" cy="780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分析传统票务痛点，明确系统建设目标，为旅游行业提供数字化升级方案。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328ffc-183a-44c8-b36f-28d28a7d5d9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0" y="1130300"/>
            <a:ext cx="12192000" cy="5727699"/>
            <a:chOff x="0" y="1130300"/>
            <a:chExt cx="12192000" cy="5727699"/>
          </a:xfrm>
        </p:grpSpPr>
        <p:sp>
          <p:nvSpPr>
            <p:cNvPr id="4" name="AutoShape 4"/>
            <p:cNvSpPr/>
            <p:nvPr/>
          </p:nvSpPr>
          <p:spPr>
            <a:xfrm>
              <a:off x="0" y="6235700"/>
              <a:ext cx="12192000" cy="622299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12529F">
                    <a:alpha val="100000"/>
                  </a:srgbClr>
                </a:gs>
                <a:gs pos="100000">
                  <a:srgbClr val="162E46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399" y="1130300"/>
              <a:ext cx="10858500" cy="50165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洞察旅游票务市场的发展趋势与挑战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925936" y="2834004"/>
              <a:ext cx="2955022" cy="1596392"/>
              <a:chOff x="4420929" y="2157728"/>
              <a:chExt cx="2955022" cy="1596392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4420929" y="2473959"/>
                <a:ext cx="2955022" cy="1280161"/>
              </a:xfrm>
              <a:prstGeom prst="roundRect">
                <a:avLst>
                  <a:gd name="adj" fmla="val 10000"/>
                </a:avLst>
              </a:prstGeom>
              <a:solidFill>
                <a:srgbClr val="162E46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582210" y="2157728"/>
                <a:ext cx="632462" cy="632462"/>
              </a:xfrm>
              <a:prstGeom prst="ellipse">
                <a:avLst/>
              </a:prstGeom>
              <a:gradFill>
                <a:gsLst>
                  <a:gs pos="0">
                    <a:srgbClr val="162E46">
                      <a:alpha val="100000"/>
                    </a:srgbClr>
                  </a:gs>
                  <a:gs pos="80000">
                    <a:srgbClr val="12529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559628" y="2921000"/>
                <a:ext cx="2677624" cy="71119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市场需求增长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612139" y="2834004"/>
              <a:ext cx="2955022" cy="1596392"/>
              <a:chOff x="4612139" y="2157728"/>
              <a:chExt cx="2955022" cy="1596392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612139" y="2473959"/>
                <a:ext cx="2955022" cy="1280161"/>
              </a:xfrm>
              <a:prstGeom prst="roundRect">
                <a:avLst>
                  <a:gd name="adj" fmla="val 10000"/>
                </a:avLst>
              </a:prstGeom>
              <a:solidFill>
                <a:srgbClr val="162E46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5773418" y="2157728"/>
                <a:ext cx="632462" cy="632462"/>
              </a:xfrm>
              <a:prstGeom prst="ellipse">
                <a:avLst/>
              </a:prstGeom>
              <a:gradFill>
                <a:gsLst>
                  <a:gs pos="0">
                    <a:srgbClr val="162E46">
                      <a:alpha val="100000"/>
                    </a:srgbClr>
                  </a:gs>
                  <a:gs pos="80000">
                    <a:srgbClr val="12529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50839" y="2921000"/>
                <a:ext cx="2677624" cy="71119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数字化转型加速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298342" y="2834004"/>
              <a:ext cx="2955022" cy="1596392"/>
              <a:chOff x="4803349" y="2157728"/>
              <a:chExt cx="2955022" cy="1596392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4803349" y="2473959"/>
                <a:ext cx="2955022" cy="1280161"/>
              </a:xfrm>
              <a:prstGeom prst="roundRect">
                <a:avLst>
                  <a:gd name="adj" fmla="val 10000"/>
                </a:avLst>
              </a:prstGeom>
              <a:solidFill>
                <a:srgbClr val="162E46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964628" y="2157728"/>
                <a:ext cx="632462" cy="632462"/>
              </a:xfrm>
              <a:prstGeom prst="ellipse">
                <a:avLst/>
              </a:prstGeom>
              <a:gradFill>
                <a:gsLst>
                  <a:gs pos="0">
                    <a:srgbClr val="162E46">
                      <a:alpha val="100000"/>
                    </a:srgbClr>
                  </a:gs>
                  <a:gs pos="80000">
                    <a:srgbClr val="12529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942048" y="2921000"/>
                <a:ext cx="2677624" cy="71119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现有系统不足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行业现状分析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2d6503c-a7b0-43b0-a9f4-cb495473eb5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24196"/>
            <a:ext cx="10858500" cy="5009904"/>
            <a:chOff x="660400" y="1124196"/>
            <a:chExt cx="10858500" cy="5009904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24196"/>
              <a:ext cx="10858500" cy="67092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0000" tIns="46800" rIns="90000" bIns="46800" rtlCol="0" anchor="t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定义系统核心价值与预期成果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718960" y="2189332"/>
              <a:ext cx="2583954" cy="3250283"/>
              <a:chOff x="743004" y="2189332"/>
              <a:chExt cx="1460863" cy="3250283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867573" y="2975883"/>
                <a:ext cx="1211725" cy="1211725"/>
              </a:xfrm>
              <a:prstGeom prst="rect">
                <a:avLst/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30766" y="2189332"/>
                <a:ext cx="885338" cy="7078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4000" b="1" i="0" strike="noStrike">
                    <a:ln/>
                    <a:solidFill>
                      <a:srgbClr val="162E46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67573" y="3109165"/>
                <a:ext cx="1211725" cy="952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162E46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实现线上购票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3004" y="4288329"/>
                <a:ext cx="1460863" cy="11512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提供便捷的在线预订与支付功能，优化游客购票体验，减少现场排队。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438103" y="2883817"/>
              <a:ext cx="2583954" cy="3250283"/>
              <a:chOff x="2589490" y="2883817"/>
              <a:chExt cx="1460863" cy="3250283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714059" y="3670368"/>
                <a:ext cx="1211725" cy="1211725"/>
              </a:xfrm>
              <a:prstGeom prst="rect">
                <a:avLst/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877252" y="2883817"/>
                <a:ext cx="885338" cy="7078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4000" b="1" i="0" strike="noStrike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714059" y="3803650"/>
                <a:ext cx="1211725" cy="952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12529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提升管理效率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589490" y="4982814"/>
                <a:ext cx="1460863" cy="11512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整合票务、订单、用户数据，实现后台统一管理，降低人工运营成本。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157245" y="2189332"/>
              <a:ext cx="2583954" cy="3250283"/>
              <a:chOff x="4435976" y="2189332"/>
              <a:chExt cx="1460863" cy="3250283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4560545" y="2975883"/>
                <a:ext cx="1211725" cy="1211725"/>
              </a:xfrm>
              <a:prstGeom prst="rect">
                <a:avLst/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723738" y="2189332"/>
                <a:ext cx="885338" cy="7078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4000" b="1" i="0" strike="noStrike">
                    <a:ln/>
                    <a:solidFill>
                      <a:srgbClr val="162E46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60545" y="3109165"/>
                <a:ext cx="1211725" cy="952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162E46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提供数据支持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435976" y="4288329"/>
                <a:ext cx="1460863" cy="11512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通过数据统计功能，为景区运营决策提供数据支持，实现精准营销。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876385" y="2883817"/>
              <a:ext cx="2583954" cy="3250283"/>
              <a:chOff x="6282462" y="2883817"/>
              <a:chExt cx="1460863" cy="3250283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6407031" y="3670368"/>
                <a:ext cx="1211725" cy="1211725"/>
              </a:xfrm>
              <a:prstGeom prst="rect">
                <a:avLst/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570224" y="2883817"/>
                <a:ext cx="885338" cy="7078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4000" b="1" i="0" strike="noStrike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07031" y="3803650"/>
                <a:ext cx="1211725" cy="952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12529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增强用户互动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82462" y="4982814"/>
                <a:ext cx="1460863" cy="11512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集成收藏、留言等功能，增强用户与景区的互动，提升用户粘性。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系统建设目标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8084" y="2787105"/>
            <a:ext cx="5853924" cy="87029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技术选型与架构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48084" y="3662908"/>
            <a:ext cx="5853924" cy="780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介绍系统采用的核心技术与整体架构设计，确保系统的稳定性、安全性和可扩展性。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5aadc93-0cf5-4150-9673-0b729d906e9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4800600"/>
            <a:chOff x="660400" y="1130300"/>
            <a:chExt cx="10858500" cy="48006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选择成熟、高效的技术栈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753908" y="2022324"/>
              <a:ext cx="10701492" cy="1139702"/>
              <a:chOff x="753908" y="2022324"/>
              <a:chExt cx="10701492" cy="1139702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1252013" y="2022327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 rot="16200000">
                <a:off x="433111" y="2343121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eaVert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54796" y="2074878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Arial"/>
                    <a:ea typeface="Arial"/>
                    <a:cs typeface="Arial"/>
                  </a:rPr>
                  <a:t>Python语言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375365" y="2074878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语法简洁，开发效率高，拥有丰富的第三方库支持，适合快速迭代开发。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753907" y="3406764"/>
              <a:ext cx="10695526" cy="1139700"/>
              <a:chOff x="753907" y="3406764"/>
              <a:chExt cx="10695526" cy="11397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1246046" y="3406764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48829" y="3469640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Arial"/>
                    <a:ea typeface="Arial"/>
                    <a:cs typeface="Arial"/>
                  </a:rPr>
                  <a:t>Django框架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69398" y="3469640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遵循MVT模式，提供完善的认证、管理后台等组件，极大提升开发效率。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 rot="16200000">
                <a:off x="433110" y="3727561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eaVert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47734" y="4791200"/>
              <a:ext cx="10707666" cy="1139700"/>
              <a:chOff x="747734" y="4791200"/>
              <a:chExt cx="10707666" cy="1139700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1252013" y="4791201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48829" y="4864402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Arial"/>
                    <a:ea typeface="Arial"/>
                    <a:cs typeface="Arial"/>
                  </a:rPr>
                  <a:t>MySQL数据库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369398" y="4864402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成熟稳定的关系型数据库，支持事务和高并发，满足Web应用的数据存储需求。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 rot="16200000">
                <a:off x="426937" y="5111997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eaVert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核心开发技术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09db50-407d-4248-9301-5a70e5ea276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4" name="AutoShape 4"/>
            <p:cNvSpPr/>
            <p:nvPr/>
          </p:nvSpPr>
          <p:spPr>
            <a:xfrm>
              <a:off x="660400" y="2996141"/>
              <a:ext cx="10858500" cy="261690"/>
            </a:xfrm>
            <a:prstGeom prst="homePlate">
              <a:avLst>
                <a:gd name="adj" fmla="val 50000"/>
              </a:avLst>
            </a:prstGeom>
            <a:solidFill>
              <a:srgbClr val="768394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122786" y="3126986"/>
              <a:ext cx="362310" cy="0"/>
            </a:xfrm>
            <a:prstGeom prst="straightConnector1">
              <a:avLst/>
            </a:prstGeom>
            <a:ln w="12700">
              <a:solidFill>
                <a:srgbClr val="768394">
                  <a:alpha val="50196"/>
                </a:srgbClr>
              </a:solidFill>
              <a:prstDash val="sysDash"/>
              <a:headEnd type="none"/>
              <a:tailEnd type="triangl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930991" y="3126986"/>
              <a:ext cx="362310" cy="0"/>
            </a:xfrm>
            <a:prstGeom prst="straightConnector1">
              <a:avLst/>
            </a:prstGeom>
            <a:ln w="12700">
              <a:solidFill>
                <a:srgbClr val="768394">
                  <a:alpha val="50196"/>
                </a:srgbClr>
              </a:solidFill>
              <a:prstDash val="sysDash"/>
              <a:headEnd type="none"/>
              <a:tailEnd type="triangl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400" y="1130301"/>
              <a:ext cx="10858500" cy="108487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构建清晰、合理的系统层次结构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60400" y="2584366"/>
              <a:ext cx="3480905" cy="3549734"/>
              <a:chOff x="660400" y="2584366"/>
              <a:chExt cx="3480905" cy="3549734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858233" y="2584366"/>
                <a:ext cx="1085240" cy="1085240"/>
              </a:xfrm>
              <a:prstGeom prst="ellipse">
                <a:avLst/>
              </a:prstGeom>
              <a:gradFill>
                <a:gsLst>
                  <a:gs pos="0">
                    <a:srgbClr val="12529F">
                      <a:alpha val="100000"/>
                    </a:srgbClr>
                  </a:gs>
                  <a:gs pos="77999">
                    <a:srgbClr val="162E4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3800451"/>
                <a:ext cx="3480905" cy="8030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表现层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0400" y="4603470"/>
                <a:ext cx="3480905" cy="15306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采用HTML/CSS/JavaScript与Bootstrap框架，实现响应式用户界面，确保不同设备上均有良好体验。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349200" y="2584366"/>
              <a:ext cx="3480905" cy="3549734"/>
              <a:chOff x="4349200" y="2584366"/>
              <a:chExt cx="3480905" cy="354973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547030" y="2584366"/>
                <a:ext cx="1085240" cy="1085240"/>
              </a:xfrm>
              <a:prstGeom prst="ellipse">
                <a:avLst/>
              </a:prstGeom>
              <a:gradFill>
                <a:gsLst>
                  <a:gs pos="0">
                    <a:srgbClr val="12529F">
                      <a:alpha val="100000"/>
                    </a:srgbClr>
                  </a:gs>
                  <a:gs pos="77999">
                    <a:srgbClr val="162E4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49200" y="3800451"/>
                <a:ext cx="3480905" cy="8030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业务逻辑层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49200" y="4603470"/>
                <a:ext cx="3480905" cy="15306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基于Django框架，处理用户请求，实现系统核心业务逻辑，如购票、订单处理等。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037995" y="2584366"/>
              <a:ext cx="3480905" cy="3549734"/>
              <a:chOff x="8037995" y="2584366"/>
              <a:chExt cx="3480905" cy="35497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235827" y="2584366"/>
                <a:ext cx="1085240" cy="1085240"/>
              </a:xfrm>
              <a:prstGeom prst="ellipse">
                <a:avLst/>
              </a:prstGeom>
              <a:gradFill>
                <a:gsLst>
                  <a:gs pos="0">
                    <a:srgbClr val="12529F">
                      <a:alpha val="100000"/>
                    </a:srgbClr>
                  </a:gs>
                  <a:gs pos="77999">
                    <a:srgbClr val="162E4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37995" y="3800451"/>
                <a:ext cx="3480905" cy="8030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数据访问层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37995" y="4603470"/>
                <a:ext cx="3480905" cy="15306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通过Django的ORM模块，将业务逻辑与数据库操作解耦，实现数据的持久化存储与读取。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系统总体架构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8084" y="2787105"/>
            <a:ext cx="5853924" cy="87029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系统功能设计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48084" y="3662908"/>
            <a:ext cx="5853924" cy="780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详细阐述系统为不同用户角色设计的核心功能模块，覆盖票务全流程。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7">
            <a:extLst>
              <a:ext uri="{FF2B5EF4-FFF2-40B4-BE49-F238E27FC236}">
                <a16:creationId xmlns:a16="http://schemas.microsoft.com/office/drawing/2014/main" id="{0ABCCEC6-CF66-550B-BB9E-A985508D0984}"/>
              </a:ext>
            </a:extLst>
          </p:cNvPr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系统结构功能图</a:t>
            </a:r>
            <a:endParaRPr lang="en-US" sz="11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D5A4AA-9201-12B5-EDBC-9BB34758B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295400"/>
            <a:ext cx="8839200" cy="51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13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3372531-1b0f-4408-b6ae-406b301cf29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6096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满足不同用户的多样化需求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399" y="2325262"/>
              <a:ext cx="3501223" cy="3808838"/>
              <a:chOff x="738459" y="2880023"/>
              <a:chExt cx="3501223" cy="3808838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738460" y="2880023"/>
                <a:ext cx="834029" cy="420216"/>
              </a:xfrm>
              <a:custGeom>
                <a:avLst/>
                <a:gdLst/>
                <a:ahLst/>
                <a:cxnLst/>
                <a:rect l="l" t="t" r="r" b="b"/>
                <a:pathLst>
                  <a:path w="1507673" h="1741714">
                    <a:moveTo>
                      <a:pt x="0" y="0"/>
                    </a:moveTo>
                    <a:lnTo>
                      <a:pt x="1074057" y="0"/>
                    </a:lnTo>
                    <a:cubicBezTo>
                      <a:pt x="1313537" y="0"/>
                      <a:pt x="1507673" y="389896"/>
                      <a:pt x="1507673" y="870857"/>
                    </a:cubicBezTo>
                    <a:cubicBezTo>
                      <a:pt x="1507673" y="1351818"/>
                      <a:pt x="1313537" y="1741714"/>
                      <a:pt x="1074057" y="1741714"/>
                    </a:cubicBezTo>
                    <a:lnTo>
                      <a:pt x="0" y="1741714"/>
                    </a:lnTo>
                    <a:close/>
                  </a:path>
                </a:pathLst>
              </a:cu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38459" y="3404641"/>
                <a:ext cx="3501223" cy="6662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普通用户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38459" y="4070921"/>
                <a:ext cx="3501223" cy="261794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支持景点浏览、在线购票、订单管理、个人中心、收藏与留言等核心功能</a:t>
                </a: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339038" y="2325262"/>
              <a:ext cx="3501223" cy="3808838"/>
              <a:chOff x="738459" y="2880023"/>
              <a:chExt cx="3501223" cy="380883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738460" y="2880023"/>
                <a:ext cx="834029" cy="420216"/>
              </a:xfrm>
              <a:custGeom>
                <a:avLst/>
                <a:gdLst/>
                <a:ahLst/>
                <a:cxnLst/>
                <a:rect l="l" t="t" r="r" b="b"/>
                <a:pathLst>
                  <a:path w="1507673" h="1741714">
                    <a:moveTo>
                      <a:pt x="0" y="0"/>
                    </a:moveTo>
                    <a:lnTo>
                      <a:pt x="1074057" y="0"/>
                    </a:lnTo>
                    <a:cubicBezTo>
                      <a:pt x="1313537" y="0"/>
                      <a:pt x="1507673" y="389896"/>
                      <a:pt x="1507673" y="870857"/>
                    </a:cubicBezTo>
                    <a:cubicBezTo>
                      <a:pt x="1507673" y="1351818"/>
                      <a:pt x="1313537" y="1741714"/>
                      <a:pt x="1074057" y="1741714"/>
                    </a:cubicBezTo>
                    <a:lnTo>
                      <a:pt x="0" y="1741714"/>
                    </a:lnTo>
                    <a:close/>
                  </a:path>
                </a:pathLst>
              </a:cu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38459" y="3404641"/>
                <a:ext cx="3501223" cy="6662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景点管理员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38459" y="4070921"/>
                <a:ext cx="3501223" cy="261794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负责本景点信息维护、门票库存管理、订单处理、留言回复与数据统计。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017677" y="2325262"/>
              <a:ext cx="3501223" cy="3808838"/>
              <a:chOff x="738459" y="2880023"/>
              <a:chExt cx="3501223" cy="380883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38460" y="2880023"/>
                <a:ext cx="834029" cy="420216"/>
              </a:xfrm>
              <a:custGeom>
                <a:avLst/>
                <a:gdLst/>
                <a:ahLst/>
                <a:cxnLst/>
                <a:rect l="l" t="t" r="r" b="b"/>
                <a:pathLst>
                  <a:path w="1507673" h="1741714">
                    <a:moveTo>
                      <a:pt x="0" y="0"/>
                    </a:moveTo>
                    <a:lnTo>
                      <a:pt x="1074057" y="0"/>
                    </a:lnTo>
                    <a:cubicBezTo>
                      <a:pt x="1313537" y="0"/>
                      <a:pt x="1507673" y="389896"/>
                      <a:pt x="1507673" y="870857"/>
                    </a:cubicBezTo>
                    <a:cubicBezTo>
                      <a:pt x="1507673" y="1351818"/>
                      <a:pt x="1313537" y="1741714"/>
                      <a:pt x="1074057" y="1741714"/>
                    </a:cubicBezTo>
                    <a:lnTo>
                      <a:pt x="0" y="1741714"/>
                    </a:lnTo>
                    <a:close/>
                  </a:path>
                </a:pathLst>
              </a:cu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38459" y="3404641"/>
                <a:ext cx="3501223" cy="6662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网站管理员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38459" y="4070921"/>
                <a:ext cx="3501223" cy="261794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负责平台所有用户、景点、订单的管理，以及资讯公告的发布与维护。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用户角色功能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28b5557-0d1e-45b6-88b4-5dde9844516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84959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详述普通用户的核心操作界面与流程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396486"/>
              <a:ext cx="2357368" cy="3737614"/>
              <a:chOff x="660400" y="2396486"/>
              <a:chExt cx="2357368" cy="3737614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2824087"/>
                <a:ext cx="2357368" cy="3310013"/>
              </a:xfrm>
              <a:prstGeom prst="roundRect">
                <a:avLst>
                  <a:gd name="adj" fmla="val 5280"/>
                </a:avLst>
              </a:prstGeom>
              <a:ln w="15875">
                <a:solidFill>
                  <a:srgbClr val="12529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0684" y="2396486"/>
                <a:ext cx="856800" cy="855202"/>
              </a:xfrm>
              <a:prstGeom prst="ellipse">
                <a:avLst/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grpSp>
            <p:nvGrpSpPr>
              <p:cNvPr id="8" name="Group 8"/>
              <p:cNvGrpSpPr/>
              <p:nvPr/>
            </p:nvGrpSpPr>
            <p:grpSpPr>
              <a:xfrm>
                <a:off x="773735" y="3369599"/>
                <a:ext cx="2130698" cy="2016508"/>
                <a:chOff x="2590800" y="4664008"/>
                <a:chExt cx="2326978" cy="1469784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2590800" y="4664008"/>
                  <a:ext cx="2326977" cy="5368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景点浏览与搜索</a:t>
                  </a:r>
                  <a:endParaRPr lang="en-US" sz="1100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2590801" y="5200900"/>
                  <a:ext cx="2326977" cy="9328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用户可通过首页浏览推荐景点，或通过搜索框按名称、地区、分类等条件查找感兴趣的景点。</a:t>
                  </a:r>
                  <a:endParaRPr lang="en-US" sz="1100"/>
                </a:p>
              </p:txBody>
            </p:sp>
          </p:grpSp>
          <p:grpSp>
            <p:nvGrpSpPr>
              <p:cNvPr id="11" name="Group 11"/>
              <p:cNvGrpSpPr/>
              <p:nvPr/>
            </p:nvGrpSpPr>
            <p:grpSpPr>
              <a:xfrm>
                <a:off x="1278886" y="5504018"/>
                <a:ext cx="1120397" cy="447363"/>
                <a:chOff x="1491191" y="5504018"/>
                <a:chExt cx="1572684" cy="447363"/>
              </a:xfrm>
            </p:grpSpPr>
            <p:sp>
              <p:nvSpPr>
                <p:cNvPr id="12" name="AutoShape 12"/>
                <p:cNvSpPr/>
                <p:nvPr/>
              </p:nvSpPr>
              <p:spPr>
                <a:xfrm>
                  <a:off x="1491191" y="5504018"/>
                  <a:ext cx="1572684" cy="447363"/>
                </a:xfrm>
                <a:prstGeom prst="roundRect">
                  <a:avLst>
                    <a:gd name="adj" fmla="val 14001"/>
                  </a:avLst>
                </a:prstGeom>
                <a:solidFill>
                  <a:srgbClr val="12529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AutoShape 13"/>
                <p:cNvSpPr/>
                <p:nvPr/>
              </p:nvSpPr>
              <p:spPr>
                <a:xfrm>
                  <a:off x="1773767" y="5727699"/>
                  <a:ext cx="1007533" cy="0"/>
                </a:xfrm>
                <a:prstGeom prst="straightConnector1">
                  <a:avLst/>
                </a:prstGeom>
                <a:ln w="15875">
                  <a:solidFill>
                    <a:srgbClr val="FFFFFF">
                      <a:alpha val="100000"/>
                    </a:srgbClr>
                  </a:soli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14" name="Group 14"/>
            <p:cNvGrpSpPr/>
            <p:nvPr/>
          </p:nvGrpSpPr>
          <p:grpSpPr>
            <a:xfrm>
              <a:off x="3494111" y="2396486"/>
              <a:ext cx="2357368" cy="3737614"/>
              <a:chOff x="3494111" y="2396486"/>
              <a:chExt cx="2357368" cy="3737614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3494111" y="2824087"/>
                <a:ext cx="2357368" cy="3310013"/>
              </a:xfrm>
              <a:prstGeom prst="roundRect">
                <a:avLst>
                  <a:gd name="adj" fmla="val 5280"/>
                </a:avLst>
              </a:prstGeom>
              <a:ln w="15875">
                <a:solidFill>
                  <a:srgbClr val="162E46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244395" y="2396486"/>
                <a:ext cx="856800" cy="855202"/>
              </a:xfrm>
              <a:prstGeom prst="ellipse">
                <a:avLst/>
              </a:prstGeom>
              <a:solidFill>
                <a:srgbClr val="162E4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3607446" y="3369599"/>
                <a:ext cx="2130698" cy="2016508"/>
                <a:chOff x="2590800" y="4664008"/>
                <a:chExt cx="2326978" cy="1469784"/>
              </a:xfrm>
            </p:grpSpPr>
            <p:sp>
              <p:nvSpPr>
                <p:cNvPr id="18" name="TextBox 18"/>
                <p:cNvSpPr txBox="1"/>
                <p:nvPr/>
              </p:nvSpPr>
              <p:spPr>
                <a:xfrm>
                  <a:off x="2590800" y="4664008"/>
                  <a:ext cx="2326977" cy="5368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在线购票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590801" y="5200900"/>
                  <a:ext cx="2326977" cy="9328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用户可选择门票类型与数量，加入购物车并完成在线支付，支持微信、支付宝等主流支付方式。</a:t>
                  </a:r>
                  <a:endParaRPr lang="en-US" sz="1100"/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4112597" y="5504018"/>
                <a:ext cx="1120397" cy="447363"/>
                <a:chOff x="1491191" y="5504018"/>
                <a:chExt cx="1572684" cy="447363"/>
              </a:xfrm>
            </p:grpSpPr>
            <p:sp>
              <p:nvSpPr>
                <p:cNvPr id="21" name="AutoShape 21"/>
                <p:cNvSpPr/>
                <p:nvPr/>
              </p:nvSpPr>
              <p:spPr>
                <a:xfrm>
                  <a:off x="1491191" y="5504018"/>
                  <a:ext cx="1572684" cy="447363"/>
                </a:xfrm>
                <a:prstGeom prst="roundRect">
                  <a:avLst>
                    <a:gd name="adj" fmla="val 14001"/>
                  </a:avLst>
                </a:prstGeom>
                <a:solidFill>
                  <a:srgbClr val="162E46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2" name="AutoShape 22"/>
                <p:cNvSpPr/>
                <p:nvPr/>
              </p:nvSpPr>
              <p:spPr>
                <a:xfrm>
                  <a:off x="1773767" y="5727699"/>
                  <a:ext cx="1007533" cy="0"/>
                </a:xfrm>
                <a:prstGeom prst="straightConnector1">
                  <a:avLst/>
                </a:prstGeom>
                <a:ln w="15875">
                  <a:solidFill>
                    <a:srgbClr val="FFFFFF">
                      <a:alpha val="100000"/>
                    </a:srgbClr>
                  </a:soli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3" name="Group 23"/>
            <p:cNvGrpSpPr/>
            <p:nvPr/>
          </p:nvGrpSpPr>
          <p:grpSpPr>
            <a:xfrm>
              <a:off x="6327822" y="2396486"/>
              <a:ext cx="2357368" cy="3737614"/>
              <a:chOff x="6327822" y="2396486"/>
              <a:chExt cx="2357368" cy="3737614"/>
            </a:xfrm>
          </p:grpSpPr>
          <p:sp>
            <p:nvSpPr>
              <p:cNvPr id="24" name="AutoShape 24"/>
              <p:cNvSpPr/>
              <p:nvPr/>
            </p:nvSpPr>
            <p:spPr>
              <a:xfrm>
                <a:off x="6327822" y="2824087"/>
                <a:ext cx="2357368" cy="3310013"/>
              </a:xfrm>
              <a:prstGeom prst="roundRect">
                <a:avLst>
                  <a:gd name="adj" fmla="val 5280"/>
                </a:avLst>
              </a:prstGeom>
              <a:ln w="15875">
                <a:solidFill>
                  <a:srgbClr val="12529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078106" y="2396486"/>
                <a:ext cx="856800" cy="855202"/>
              </a:xfrm>
              <a:prstGeom prst="ellipse">
                <a:avLst/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6441157" y="3369599"/>
                <a:ext cx="2130698" cy="2016508"/>
                <a:chOff x="2590800" y="4664008"/>
                <a:chExt cx="2326978" cy="1469784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2590800" y="4664008"/>
                  <a:ext cx="2326977" cy="5368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订单与个人中心</a:t>
                  </a:r>
                  <a:endParaRPr lang="en-US" sz="1100"/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2590801" y="5200900"/>
                  <a:ext cx="2326977" cy="9328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用户可在“我的订单”中查看预订记录，在“个人中心”管理个人信息、收货地址及修改密码。</a:t>
                  </a:r>
                  <a:endParaRPr lang="en-US" sz="1100"/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6946308" y="5504018"/>
                <a:ext cx="1120397" cy="447363"/>
                <a:chOff x="1491191" y="5504018"/>
                <a:chExt cx="1572684" cy="447363"/>
              </a:xfrm>
            </p:grpSpPr>
            <p:sp>
              <p:nvSpPr>
                <p:cNvPr id="30" name="AutoShape 30"/>
                <p:cNvSpPr/>
                <p:nvPr/>
              </p:nvSpPr>
              <p:spPr>
                <a:xfrm>
                  <a:off x="1491191" y="5504018"/>
                  <a:ext cx="1572684" cy="447363"/>
                </a:xfrm>
                <a:prstGeom prst="roundRect">
                  <a:avLst>
                    <a:gd name="adj" fmla="val 14001"/>
                  </a:avLst>
                </a:prstGeom>
                <a:solidFill>
                  <a:srgbClr val="12529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1" name="AutoShape 31"/>
                <p:cNvSpPr/>
                <p:nvPr/>
              </p:nvSpPr>
              <p:spPr>
                <a:xfrm>
                  <a:off x="1773767" y="5727699"/>
                  <a:ext cx="1007533" cy="0"/>
                </a:xfrm>
                <a:prstGeom prst="straightConnector1">
                  <a:avLst/>
                </a:prstGeom>
                <a:ln w="15875">
                  <a:solidFill>
                    <a:srgbClr val="FFFFFF">
                      <a:alpha val="100000"/>
                    </a:srgbClr>
                  </a:soli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32" name="Group 32"/>
            <p:cNvGrpSpPr/>
            <p:nvPr/>
          </p:nvGrpSpPr>
          <p:grpSpPr>
            <a:xfrm>
              <a:off x="9161532" y="2396486"/>
              <a:ext cx="2357368" cy="3737614"/>
              <a:chOff x="9161532" y="2396486"/>
              <a:chExt cx="2357368" cy="3737614"/>
            </a:xfrm>
          </p:grpSpPr>
          <p:sp>
            <p:nvSpPr>
              <p:cNvPr id="33" name="AutoShape 33"/>
              <p:cNvSpPr/>
              <p:nvPr/>
            </p:nvSpPr>
            <p:spPr>
              <a:xfrm>
                <a:off x="9161532" y="2824087"/>
                <a:ext cx="2357368" cy="3310013"/>
              </a:xfrm>
              <a:prstGeom prst="roundRect">
                <a:avLst>
                  <a:gd name="adj" fmla="val 5280"/>
                </a:avLst>
              </a:prstGeom>
              <a:ln w="15875">
                <a:solidFill>
                  <a:srgbClr val="162E46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911816" y="2396486"/>
                <a:ext cx="856800" cy="855202"/>
              </a:xfrm>
              <a:prstGeom prst="ellipse">
                <a:avLst/>
              </a:prstGeom>
              <a:solidFill>
                <a:srgbClr val="162E4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9274867" y="3369599"/>
                <a:ext cx="2130698" cy="2016508"/>
                <a:chOff x="2590800" y="4664008"/>
                <a:chExt cx="2326978" cy="1469784"/>
              </a:xfrm>
            </p:grpSpPr>
            <p:sp>
              <p:nvSpPr>
                <p:cNvPr id="36" name="TextBox 36"/>
                <p:cNvSpPr txBox="1"/>
                <p:nvPr/>
              </p:nvSpPr>
              <p:spPr>
                <a:xfrm>
                  <a:off x="2590800" y="4664008"/>
                  <a:ext cx="2326977" cy="5368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互动与收藏</a:t>
                  </a:r>
                  <a:endParaRPr lang="en-US" sz="1100"/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2590801" y="5200900"/>
                  <a:ext cx="2326977" cy="9328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用户可对景点进行收藏，便于日后查阅；也可在景点详情页留言，与其他游客或管理员互动。</a:t>
                  </a:r>
                  <a:endParaRPr lang="en-US" sz="1100"/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9780018" y="5504018"/>
                <a:ext cx="1120397" cy="447363"/>
                <a:chOff x="1491191" y="5504018"/>
                <a:chExt cx="1572684" cy="447363"/>
              </a:xfrm>
            </p:grpSpPr>
            <p:sp>
              <p:nvSpPr>
                <p:cNvPr id="39" name="AutoShape 39"/>
                <p:cNvSpPr/>
                <p:nvPr/>
              </p:nvSpPr>
              <p:spPr>
                <a:xfrm>
                  <a:off x="1491191" y="5504018"/>
                  <a:ext cx="1572684" cy="447363"/>
                </a:xfrm>
                <a:prstGeom prst="roundRect">
                  <a:avLst>
                    <a:gd name="adj" fmla="val 14001"/>
                  </a:avLst>
                </a:prstGeom>
                <a:solidFill>
                  <a:srgbClr val="162E46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0" name="AutoShape 40"/>
                <p:cNvSpPr/>
                <p:nvPr/>
              </p:nvSpPr>
              <p:spPr>
                <a:xfrm>
                  <a:off x="1773767" y="5727699"/>
                  <a:ext cx="1007533" cy="0"/>
                </a:xfrm>
                <a:prstGeom prst="straightConnector1">
                  <a:avLst/>
                </a:prstGeom>
                <a:ln w="15875">
                  <a:solidFill>
                    <a:srgbClr val="FFFFFF">
                      <a:alpha val="100000"/>
                    </a:srgbClr>
                  </a:solidFill>
                  <a:prstDash val="solid"/>
                  <a:headEnd type="none"/>
                  <a:tailEnd type="triangle"/>
                </a:ln>
              </p:spPr>
            </p:sp>
          </p:grpSp>
        </p:grpSp>
      </p:grpSp>
      <p:sp>
        <p:nvSpPr>
          <p:cNvPr id="41" name="TextBox 4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普通用户功能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8e37dd1-ef1b-481a-b105-84300d111a6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299"/>
            <a:ext cx="10858500" cy="5006695"/>
            <a:chOff x="660400" y="1130299"/>
            <a:chExt cx="10858500" cy="5006695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299"/>
              <a:ext cx="10858500" cy="73830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详述景点管理员的后台管理职责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73100" y="2961032"/>
              <a:ext cx="3203385" cy="3175962"/>
              <a:chOff x="617311" y="4347124"/>
              <a:chExt cx="3203385" cy="3175962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493718" y="4347124"/>
                <a:ext cx="2326977" cy="710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景点与门票管理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93719" y="5057134"/>
                <a:ext cx="2326977" cy="24659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管理员可对所属景点的详细信息、门票类型、价格、库存进行增、删、改、查操作。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17311" y="4589157"/>
                <a:ext cx="776436" cy="776436"/>
              </a:xfrm>
              <a:prstGeom prst="ellipse">
                <a:avLst/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494307" y="2958138"/>
              <a:ext cx="3203385" cy="3175962"/>
              <a:chOff x="4309087" y="4347124"/>
              <a:chExt cx="3203385" cy="3175962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185494" y="4347124"/>
                <a:ext cx="2326977" cy="710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订单处理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185495" y="5057134"/>
                <a:ext cx="2326977" cy="24659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查看并处理来自用户的订单，包括确认订单、核销门票、处理退款申请等。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09087" y="4589157"/>
                <a:ext cx="776436" cy="776436"/>
              </a:xfrm>
              <a:prstGeom prst="ellipse">
                <a:avLst/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315515" y="2958138"/>
              <a:ext cx="3203385" cy="3175962"/>
              <a:chOff x="4309087" y="4347124"/>
              <a:chExt cx="3203385" cy="3175962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5185494" y="4347124"/>
                <a:ext cx="2326977" cy="710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留言与数据统计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185495" y="5057134"/>
                <a:ext cx="2326977" cy="24659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回复用户在景点页面的留言，并查看本景点的销售数据、客流量统计图表，为运营决策提供依据。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09087" y="4589157"/>
                <a:ext cx="776436" cy="776436"/>
              </a:xfrm>
              <a:prstGeom prst="ellipse">
                <a:avLst/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景点管理员功能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876aa3-37f0-4f09-981e-21f17cefad9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660400" y="2209800"/>
              <a:ext cx="3263629" cy="3924300"/>
            </a:xfrm>
            <a:prstGeom prst="rect">
              <a:avLst/>
            </a:prstGeom>
            <a:solidFill>
              <a:srgbClr val="12529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457835" y="2209800"/>
              <a:ext cx="3263629" cy="3924300"/>
            </a:xfrm>
            <a:prstGeom prst="rect">
              <a:avLst/>
            </a:prstGeom>
            <a:solidFill>
              <a:srgbClr val="12529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255271" y="2209800"/>
              <a:ext cx="3263629" cy="3924300"/>
            </a:xfrm>
            <a:prstGeom prst="rect">
              <a:avLst/>
            </a:prstGeom>
            <a:solidFill>
              <a:srgbClr val="12529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详述网站管理员的全局管控权限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887791" y="2513345"/>
              <a:ext cx="2808846" cy="3445793"/>
              <a:chOff x="887791" y="2513345"/>
              <a:chExt cx="2808846" cy="344579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87791" y="2513345"/>
                <a:ext cx="2808846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87791" y="3281106"/>
                <a:ext cx="2808846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全局用户管理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87791" y="4066965"/>
                <a:ext cx="2808846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对平台所有注册用户进行管理，包括查看用户信息、禁用/启用账户、重置密码等操作。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685226" y="2513345"/>
              <a:ext cx="2808846" cy="3445793"/>
              <a:chOff x="4685226" y="2513345"/>
              <a:chExt cx="2808846" cy="344579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4685226" y="2513345"/>
                <a:ext cx="2808846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85226" y="3281106"/>
                <a:ext cx="2808846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全局内容管理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85226" y="4066965"/>
                <a:ext cx="2808846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负责发布和维护平台级的资讯公告、旅游攻略、轮播图等内容，确保信息的及时性与准确性。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82662" y="2513345"/>
              <a:ext cx="2808846" cy="3445793"/>
              <a:chOff x="8482662" y="2513345"/>
              <a:chExt cx="2808846" cy="344579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8482662" y="2513345"/>
                <a:ext cx="2808846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482662" y="3281106"/>
                <a:ext cx="2808846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系统监控与维护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82662" y="4066965"/>
                <a:ext cx="2808846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监控系统运行状态，管理网站基础配置，并对系统数据进行备份与恢复，保障平台稳定运行。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网站管理员功能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160acc2-4dac-4232-9c14-968ebf177f7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AutoShape 4"/>
            <p:cNvSpPr/>
            <p:nvPr/>
          </p:nvSpPr>
          <p:spPr>
            <a:xfrm>
              <a:off x="660400" y="3044858"/>
              <a:ext cx="108585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解析系统内部的关键操作流程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60400" y="2312472"/>
              <a:ext cx="3180182" cy="3821628"/>
              <a:chOff x="580762" y="2312472"/>
              <a:chExt cx="3180182" cy="3821628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80762" y="4090070"/>
                <a:ext cx="318018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购物车流程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80762" y="4864941"/>
                <a:ext cx="318018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用户选票 -&gt; 加入购物车 -&gt; 选择订单 -&gt; 提交订单 -&gt; 支付。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4499559" y="2312472"/>
              <a:ext cx="3180182" cy="3821628"/>
              <a:chOff x="580762" y="2312472"/>
              <a:chExt cx="3180182" cy="3821628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80762" y="4090070"/>
                <a:ext cx="318018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订单处理流程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0762" y="4864941"/>
                <a:ext cx="318018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用户下单 -&gt; 生成订单 -&gt; 库存扣减 -&gt; 支付成功 -&gt; 状态更新。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338718" y="2312472"/>
              <a:ext cx="3180182" cy="3821628"/>
              <a:chOff x="580762" y="2312472"/>
              <a:chExt cx="3180182" cy="3821628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80762" y="4090070"/>
                <a:ext cx="318018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权限管理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80762" y="4864941"/>
                <a:ext cx="318018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基于角色划分权限，景区管理员仅操作本景区数据，网站管理员拥有最高权限。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核心业务逻辑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8084" y="2787105"/>
            <a:ext cx="5853924" cy="87029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核心函数解析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48084" y="3662908"/>
            <a:ext cx="5853924" cy="780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理解系统功能背后的代码逻辑，深入剖析关键Python函数的实现原理与业务驱动。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388c66-cc42-4cea-ae8d-e4b4fe9a4bd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4" name="Group 4"/>
            <p:cNvGrpSpPr/>
            <p:nvPr/>
          </p:nvGrpSpPr>
          <p:grpSpPr>
            <a:xfrm>
              <a:off x="660399" y="1782553"/>
              <a:ext cx="10858500" cy="1408323"/>
              <a:chOff x="660399" y="1782553"/>
              <a:chExt cx="10858500" cy="140832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12529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`register()`函数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处理用户注册请求，接收表单数据，进行合法性校验（如用户名唯一性），对密码进行加密存储。</a:t>
                </a:r>
                <a:endParaRPr lang="en-US" sz="110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实现用户的注册、登录与权限验证</a:t>
              </a:r>
              <a:endParaRPr lang="en-US" sz="1100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60399" y="3254165"/>
              <a:ext cx="10858500" cy="1408323"/>
              <a:chOff x="660399" y="1782553"/>
              <a:chExt cx="10858500" cy="1408323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12529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`login()`函数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处理用户登录请求，验证用户名和密码的准确性，通过Django的`authenticate()`和`login()`方法完成会话登录。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60399" y="4725777"/>
              <a:ext cx="10858500" cy="1408323"/>
              <a:chOff x="660399" y="1782553"/>
              <a:chExt cx="10858500" cy="1408323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12529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权限控制逻辑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利用Django内置的`@login_required`和`@permission_required`装饰器，确保不同页面和操作需要相应的权限才能访问。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用户认证模块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876aa3-37f0-4f09-981e-21f17cefad9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660400" y="2209800"/>
              <a:ext cx="3263629" cy="3924300"/>
            </a:xfrm>
            <a:prstGeom prst="rect">
              <a:avLst/>
            </a:prstGeom>
            <a:solidFill>
              <a:srgbClr val="12529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457835" y="2209800"/>
              <a:ext cx="3263629" cy="3924300"/>
            </a:xfrm>
            <a:prstGeom prst="rect">
              <a:avLst/>
            </a:prstGeom>
            <a:solidFill>
              <a:srgbClr val="12529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255271" y="2209800"/>
              <a:ext cx="3263629" cy="3924300"/>
            </a:xfrm>
            <a:prstGeom prst="rect">
              <a:avLst/>
            </a:prstGeom>
            <a:solidFill>
              <a:srgbClr val="12529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 err="1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实现景点信息的展示与条件筛选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887791" y="2513345"/>
              <a:ext cx="2808846" cy="3445793"/>
              <a:chOff x="887791" y="2513345"/>
              <a:chExt cx="2808846" cy="344579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87791" y="2513345"/>
                <a:ext cx="2808846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87791" y="3281106"/>
                <a:ext cx="2808846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`index()`函数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87791" y="4066965"/>
                <a:ext cx="2808846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从数据库中查询所有景点信息，并将其传递给模板进行渲染</a:t>
                </a: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685226" y="2513345"/>
              <a:ext cx="2808846" cy="3445793"/>
              <a:chOff x="4685226" y="2513345"/>
              <a:chExt cx="2808846" cy="344579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4685226" y="2513345"/>
                <a:ext cx="2808846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85226" y="3281106"/>
                <a:ext cx="2808846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`search()`</a:t>
                </a:r>
                <a:r>
                  <a:rPr lang="en-US" sz="1800" b="1" i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函数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85226" y="4066965"/>
                <a:ext cx="2808846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接收前端传来的搜索关键词，使用Django的`Q`对象进行模糊查询，支持按名称、地区、分类等多条件组合搜索</a:t>
                </a: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82662" y="2513345"/>
              <a:ext cx="2808846" cy="3445793"/>
              <a:chOff x="8482662" y="2513345"/>
              <a:chExt cx="2808846" cy="344579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8482662" y="2513345"/>
                <a:ext cx="2808846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482662" y="3281106"/>
                <a:ext cx="2808846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模板渲染逻辑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82662" y="4066965"/>
                <a:ext cx="2808846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在`index.html`等模板文件中，使用Django模板语言（DTL）循环展示景点列表，并构建搜索表单</a:t>
                </a: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景点浏览与搜索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509be7d-cf47-444d-9348-4ac43a65586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61595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实现从选票到订单生成的核心业务逻辑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887412" y="2336381"/>
              <a:ext cx="0" cy="3035719"/>
            </a:xfrm>
            <a:prstGeom prst="line">
              <a:avLst/>
            </a:prstGeom>
            <a:ln w="6350">
              <a:solidFill>
                <a:srgbClr val="000000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660400" y="1900237"/>
              <a:ext cx="10858500" cy="1116218"/>
              <a:chOff x="660400" y="1608137"/>
              <a:chExt cx="10858500" cy="1116218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60400" y="1608137"/>
                <a:ext cx="454025" cy="453485"/>
              </a:xfrm>
              <a:prstGeom prst="ellipse">
                <a:avLst/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35860" y="1649292"/>
                <a:ext cx="10383040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`add_to_cart()`函数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5860" y="2023459"/>
                <a:ext cx="10383040" cy="70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将用户选择的门票（及数量）添加到购物车。购物车信息可存储在session或数据库中。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60400" y="3459059"/>
              <a:ext cx="10858500" cy="1116218"/>
              <a:chOff x="660400" y="3166959"/>
              <a:chExt cx="10858500" cy="11162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60400" y="3166959"/>
                <a:ext cx="454025" cy="453485"/>
              </a:xfrm>
              <a:prstGeom prst="ellipse">
                <a:avLst/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5860" y="3208114"/>
                <a:ext cx="10383040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`create_order()`函数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5860" y="3582281"/>
                <a:ext cx="10383040" cy="70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在用户确认购物车内容后，生成订单。此函数包含事务操作：扣减门票库存并创建订单记录。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60400" y="5017882"/>
              <a:ext cx="10858500" cy="1116218"/>
              <a:chOff x="660400" y="4725782"/>
              <a:chExt cx="10858500" cy="1116218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60400" y="4725782"/>
                <a:ext cx="454025" cy="453485"/>
              </a:xfrm>
              <a:prstGeom prst="ellipse">
                <a:avLst/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5860" y="4766937"/>
                <a:ext cx="10383040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`pay_order()`函数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5860" y="5141104"/>
                <a:ext cx="10383040" cy="70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模拟支付过程。在真实场景中，此处会调用第三方支付网关（如支付宝、微信支付）的API。支付成功后，更新订单状态。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在线购票流程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8084" y="2787105"/>
            <a:ext cx="5853924" cy="87029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48084" y="3662908"/>
            <a:ext cx="5853924" cy="780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展示系统数据库从概念到物理结构的完整设计过程，确保数据的合理组织与高效存取。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932caa0-23d9-4672-8628-5d13d0cdf18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1"/>
            <a:ext cx="10858500" cy="5003795"/>
            <a:chOff x="660399" y="1130301"/>
            <a:chExt cx="10858500" cy="5003795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建立系统实体关系模型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0400" y="2914451"/>
              <a:ext cx="4058556" cy="0"/>
            </a:xfrm>
            <a:prstGeom prst="straightConnector1">
              <a:avLst/>
            </a:prstGeom>
            <a:ln w="25400">
              <a:solidFill>
                <a:srgbClr val="12529F">
                  <a:alpha val="100000"/>
                </a:srgbClr>
              </a:solidFill>
              <a:prstDash val="solid"/>
              <a:headEnd type="oval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4505210" y="2914451"/>
              <a:ext cx="4058556" cy="0"/>
            </a:xfrm>
            <a:prstGeom prst="straightConnector1">
              <a:avLst/>
            </a:prstGeom>
            <a:ln w="25400">
              <a:solidFill>
                <a:srgbClr val="12529F">
                  <a:alpha val="100000"/>
                </a:srgbClr>
              </a:solidFill>
              <a:prstDash val="solid"/>
              <a:headEnd type="oval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8350022" y="2914451"/>
              <a:ext cx="3168877" cy="0"/>
            </a:xfrm>
            <a:prstGeom prst="straightConnector1">
              <a:avLst/>
            </a:prstGeom>
            <a:ln w="25400">
              <a:solidFill>
                <a:srgbClr val="12529F">
                  <a:alpha val="100000"/>
                </a:srgbClr>
              </a:solidFill>
              <a:prstDash val="solid"/>
              <a:headEnd type="oval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660399" y="2265454"/>
              <a:ext cx="3168731" cy="3868642"/>
              <a:chOff x="660399" y="2265454"/>
              <a:chExt cx="2340107" cy="3868642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829977" y="2945916"/>
                <a:ext cx="170742" cy="249454"/>
              </a:xfrm>
              <a:prstGeom prst="triangle">
                <a:avLst/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660399" y="2265454"/>
                <a:ext cx="2340107" cy="3868642"/>
                <a:chOff x="660399" y="2265454"/>
                <a:chExt cx="2340107" cy="3868642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660401" y="2265454"/>
                  <a:ext cx="1227530" cy="64899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ln/>
                      <a:solidFill>
                        <a:srgbClr val="12529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660506" y="3195371"/>
                  <a:ext cx="2340000" cy="2280870"/>
                </a:xfrm>
                <a:prstGeom prst="rect">
                  <a:avLst/>
                </a:prstGeom>
                <a:solidFill>
                  <a:srgbClr val="000000">
                    <a:alpha val="5098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108000" rIns="91440" bIns="108000" rtlCol="0" anchor="ctr" anchorCtr="1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识别出用户、景点、门票类型、订单等核心实体。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660399" y="5521125"/>
                  <a:ext cx="2316007" cy="61297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ctr">
                    <a:defRPr/>
                  </a:pPr>
                  <a:r>
                    <a:rPr lang="en-US" sz="18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核心实体识别</a:t>
                  </a:r>
                  <a:endParaRPr lang="en-US" sz="1100"/>
                </a:p>
              </p:txBody>
            </p:sp>
          </p:grpSp>
        </p:grpSp>
        <p:grpSp>
          <p:nvGrpSpPr>
            <p:cNvPr id="14" name="Group 14"/>
            <p:cNvGrpSpPr/>
            <p:nvPr/>
          </p:nvGrpSpPr>
          <p:grpSpPr>
            <a:xfrm>
              <a:off x="4505210" y="2265454"/>
              <a:ext cx="3168732" cy="3868642"/>
              <a:chOff x="2977389" y="2265454"/>
              <a:chExt cx="2340108" cy="386864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2977444" y="2265454"/>
                <a:ext cx="1227530" cy="6489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977389" y="5521125"/>
                <a:ext cx="2316008" cy="61297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实体属性定义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977497" y="2987027"/>
                <a:ext cx="2340000" cy="2482164"/>
              </a:xfrm>
              <a:custGeom>
                <a:avLst/>
                <a:gdLst/>
                <a:ahLst/>
                <a:cxnLst/>
                <a:rect l="l" t="t" r="r" b="b"/>
                <a:pathLst>
                  <a:path w="3170820" h="2569097">
                    <a:moveTo>
                      <a:pt x="346919" y="0"/>
                    </a:moveTo>
                    <a:lnTo>
                      <a:pt x="474472" y="219919"/>
                    </a:lnTo>
                    <a:lnTo>
                      <a:pt x="3170820" y="219919"/>
                    </a:lnTo>
                    <a:lnTo>
                      <a:pt x="3170820" y="2569097"/>
                    </a:lnTo>
                    <a:lnTo>
                      <a:pt x="0" y="2569097"/>
                    </a:lnTo>
                    <a:lnTo>
                      <a:pt x="0" y="219919"/>
                    </a:lnTo>
                    <a:lnTo>
                      <a:pt x="219366" y="219919"/>
                    </a:lnTo>
                  </a:path>
                </a:pathLst>
              </a:cu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108000" rIns="91440" bIns="108000" rtlCol="0" anchor="ctr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为每个实体定义详细属性，如用户（ID, 姓名, 密码），景点（ID, 名称, 描述）。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350022" y="2265454"/>
              <a:ext cx="3168877" cy="3868642"/>
              <a:chOff x="5294379" y="2265454"/>
              <a:chExt cx="2340215" cy="3868642"/>
            </a:xfrm>
          </p:grpSpPr>
          <p:sp>
            <p:nvSpPr>
              <p:cNvPr id="19" name="AutoShape 19"/>
              <p:cNvSpPr/>
              <p:nvPr/>
            </p:nvSpPr>
            <p:spPr>
              <a:xfrm>
                <a:off x="5463958" y="2945916"/>
                <a:ext cx="170742" cy="249454"/>
              </a:xfrm>
              <a:prstGeom prst="triangle">
                <a:avLst/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5294379" y="2265454"/>
                <a:ext cx="2340215" cy="3868642"/>
                <a:chOff x="5294379" y="2265454"/>
                <a:chExt cx="2340215" cy="3868642"/>
              </a:xfrm>
            </p:grpSpPr>
            <p:sp>
              <p:nvSpPr>
                <p:cNvPr id="21" name="TextBox 21"/>
                <p:cNvSpPr txBox="1"/>
                <p:nvPr/>
              </p:nvSpPr>
              <p:spPr>
                <a:xfrm>
                  <a:off x="5294596" y="2265454"/>
                  <a:ext cx="1227529" cy="64899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ln/>
                      <a:solidFill>
                        <a:srgbClr val="12529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294594" y="3195371"/>
                  <a:ext cx="2340000" cy="2280870"/>
                </a:xfrm>
                <a:prstGeom prst="rect">
                  <a:avLst/>
                </a:prstGeom>
                <a:solidFill>
                  <a:srgbClr val="000000">
                    <a:alpha val="5098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108000" rIns="91440" bIns="108000" rtlCol="0" anchor="ctr" anchorCtr="1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建立实体间关系，如用户与订单（一对多），景点与门票类型（一对多）。</a:t>
                  </a:r>
                  <a:endParaRPr lang="en-US" sz="110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294379" y="5521125"/>
                  <a:ext cx="2316006" cy="61297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ctr">
                    <a:defRPr/>
                  </a:pPr>
                  <a:r>
                    <a:rPr lang="en-US" sz="18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实体关系建立</a:t>
                  </a:r>
                  <a:endParaRPr lang="en-US" sz="1100"/>
                </a:p>
              </p:txBody>
            </p:sp>
          </p:grp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数据库概念设计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5d51345-a635-4c3b-9c2e-0f161cda23f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1"/>
            <a:ext cx="10858501" cy="5003799"/>
            <a:chOff x="660400" y="1130301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6096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将概念模型转化为数据库表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1927859"/>
              <a:ext cx="2127772" cy="4206241"/>
              <a:chOff x="660400" y="1927859"/>
              <a:chExt cx="1771650" cy="4206241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2440673"/>
                <a:ext cx="1771650" cy="3693427"/>
              </a:xfrm>
              <a:prstGeom prst="roundRect">
                <a:avLst>
                  <a:gd name="adj" fmla="val 1413"/>
                </a:avLst>
              </a:prstGeom>
              <a:solidFill>
                <a:srgbClr val="12529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87997" y="3195411"/>
                <a:ext cx="1716455" cy="285296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存储用户基本信息，如ID、用户名、密码、角色等</a:t>
                </a: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87997" y="2526161"/>
                <a:ext cx="1716455" cy="6692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用户表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1927859"/>
                <a:ext cx="34171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842510" y="1927859"/>
              <a:ext cx="2128344" cy="4206241"/>
              <a:chOff x="2477294" y="1927859"/>
              <a:chExt cx="1772126" cy="4206241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477770" y="2440673"/>
                <a:ext cx="1771650" cy="3693427"/>
              </a:xfrm>
              <a:prstGeom prst="roundRect">
                <a:avLst>
                  <a:gd name="adj" fmla="val 1413"/>
                </a:avLst>
              </a:prstGeom>
              <a:solidFill>
                <a:srgbClr val="12529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505367" y="3195411"/>
                <a:ext cx="1716455" cy="285296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存储景点详细信息，如ID、名称、地址、价格、图片等。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05367" y="2526161"/>
                <a:ext cx="1716455" cy="6692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景点信息表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477294" y="1927859"/>
                <a:ext cx="34171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024621" y="1927859"/>
              <a:ext cx="2128915" cy="4206241"/>
              <a:chOff x="4294188" y="1927859"/>
              <a:chExt cx="1772602" cy="4206241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4295140" y="2440673"/>
                <a:ext cx="1771650" cy="3693427"/>
              </a:xfrm>
              <a:prstGeom prst="roundRect">
                <a:avLst>
                  <a:gd name="adj" fmla="val 1413"/>
                </a:avLst>
              </a:prstGeom>
              <a:solidFill>
                <a:srgbClr val="12529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322737" y="3195411"/>
                <a:ext cx="1716455" cy="285296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存储门票分类信息，如ID、名称、价格、库存等。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322737" y="2526161"/>
                <a:ext cx="1716455" cy="6692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门票类型表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94188" y="1927859"/>
                <a:ext cx="34171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206731" y="1927859"/>
              <a:ext cx="2129487" cy="4206241"/>
              <a:chOff x="6111082" y="1927859"/>
              <a:chExt cx="1773078" cy="4206241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6112510" y="2440673"/>
                <a:ext cx="1771650" cy="3693427"/>
              </a:xfrm>
              <a:prstGeom prst="roundRect">
                <a:avLst>
                  <a:gd name="adj" fmla="val 1413"/>
                </a:avLst>
              </a:prstGeom>
              <a:solidFill>
                <a:srgbClr val="12529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140107" y="3195411"/>
                <a:ext cx="1716455" cy="285296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存储订单信息，如ID、用户ID、景点ID、状态、支付时间等。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140107" y="2526161"/>
                <a:ext cx="1716455" cy="6692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订单表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11082" y="1927859"/>
                <a:ext cx="34171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388842" y="1927859"/>
              <a:ext cx="2130059" cy="4206241"/>
              <a:chOff x="7927976" y="1927859"/>
              <a:chExt cx="1773554" cy="4206241"/>
            </a:xfrm>
          </p:grpSpPr>
          <p:sp>
            <p:nvSpPr>
              <p:cNvPr id="26" name="AutoShape 26"/>
              <p:cNvSpPr/>
              <p:nvPr/>
            </p:nvSpPr>
            <p:spPr>
              <a:xfrm>
                <a:off x="7929880" y="2440673"/>
                <a:ext cx="1771650" cy="3693427"/>
              </a:xfrm>
              <a:prstGeom prst="roundRect">
                <a:avLst>
                  <a:gd name="adj" fmla="val 1413"/>
                </a:avLst>
              </a:prstGeom>
              <a:solidFill>
                <a:srgbClr val="12529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957477" y="3195411"/>
                <a:ext cx="1716455" cy="285296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还包括日期库存表、购物车表、留言表、资讯公告表</a:t>
                </a:r>
                <a:r>
                  <a:rPr lang="zh-CN" alt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、景点地区表、浏览历史表</a:t>
                </a:r>
                <a:r>
                  <a:rPr lang="en-US" sz="1200" b="0" i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等，共同支撑系统运行</a:t>
                </a: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957477" y="2526161"/>
                <a:ext cx="1716455" cy="6692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更多附表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927976" y="1927859"/>
                <a:ext cx="34171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数据库表结构设计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8084" y="2787105"/>
            <a:ext cx="5853924" cy="87029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系统实现与测试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48084" y="3662908"/>
            <a:ext cx="5853924" cy="780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呈现系统关键功能的实现细节与测试方法，确保系统质量符合预期。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56016f3-17d9-41ae-ba23-8ad9d786177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46495"/>
            <a:ext cx="10858500" cy="4987604"/>
            <a:chOff x="660400" y="1146495"/>
            <a:chExt cx="10858500" cy="4987604"/>
          </a:xfrm>
        </p:grpSpPr>
        <p:sp>
          <p:nvSpPr>
            <p:cNvPr id="4" name="AutoShape 4"/>
            <p:cNvSpPr/>
            <p:nvPr/>
          </p:nvSpPr>
          <p:spPr>
            <a:xfrm>
              <a:off x="660400" y="2351314"/>
              <a:ext cx="10858500" cy="0"/>
            </a:xfrm>
            <a:prstGeom prst="line">
              <a:avLst/>
            </a:prstGeom>
            <a:ln w="6350">
              <a:solidFill>
                <a:srgbClr val="5761E9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46495"/>
              <a:ext cx="10858500" cy="90011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展示登录、购票等功能的实现逻辑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60400" y="3273523"/>
              <a:ext cx="3364652" cy="2860576"/>
              <a:chOff x="660400" y="3273523"/>
              <a:chExt cx="3364652" cy="2860576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938074" y="3273523"/>
                <a:ext cx="809305" cy="809305"/>
              </a:xfrm>
              <a:prstGeom prst="roundRect">
                <a:avLst>
                  <a:gd name="adj" fmla="val 50000"/>
                </a:avLst>
              </a:prstGeom>
              <a:solidFill>
                <a:srgbClr val="12529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0" y="4152899"/>
                <a:ext cx="3364652" cy="63993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登录注册功能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4792830"/>
                <a:ext cx="3364652" cy="13412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实现账号密码验证与用户信息存储，支持角色选择，确保系统安全。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407324" y="3273522"/>
              <a:ext cx="3364652" cy="2860577"/>
              <a:chOff x="3438083" y="3273522"/>
              <a:chExt cx="3364652" cy="2860577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715757" y="3273522"/>
                <a:ext cx="809305" cy="809305"/>
              </a:xfrm>
              <a:prstGeom prst="roundRect">
                <a:avLst>
                  <a:gd name="adj" fmla="val 50000"/>
                </a:avLst>
              </a:prstGeom>
              <a:solidFill>
                <a:srgbClr val="12529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438083" y="4152899"/>
                <a:ext cx="3364652" cy="63993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天气预报功能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38083" y="4792830"/>
                <a:ext cx="3364652" cy="13412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集成第三方天气API，根据订单信息查询并展示游玩当日天气，提升用户体验</a:t>
                </a: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154248" y="3273522"/>
              <a:ext cx="3364652" cy="2860577"/>
              <a:chOff x="6215766" y="3273522"/>
              <a:chExt cx="3364652" cy="2860577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493440" y="3273522"/>
                <a:ext cx="809305" cy="809305"/>
              </a:xfrm>
              <a:prstGeom prst="roundRect">
                <a:avLst>
                  <a:gd name="adj" fmla="val 50000"/>
                </a:avLst>
              </a:prstGeom>
              <a:solidFill>
                <a:srgbClr val="12529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215766" y="4152899"/>
                <a:ext cx="3364652" cy="63993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权限控制实现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215766" y="4792830"/>
                <a:ext cx="3364652" cy="13412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在视图函数与模板中设置权限判断，确保不同角色访问相应页面，保障数据安全</a:t>
                </a: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关键功能实现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07370f-a418-4665-92e7-bf0194a9fa6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951431" y="1130300"/>
            <a:ext cx="10289138" cy="4997269"/>
            <a:chOff x="951431" y="1130300"/>
            <a:chExt cx="10289138" cy="4997269"/>
          </a:xfrm>
        </p:grpSpPr>
        <p:sp>
          <p:nvSpPr>
            <p:cNvPr id="4" name="TextBox 4"/>
            <p:cNvSpPr txBox="1"/>
            <p:nvPr/>
          </p:nvSpPr>
          <p:spPr>
            <a:xfrm>
              <a:off x="1587027" y="1130300"/>
              <a:ext cx="9017946" cy="61846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b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采用黑盒测试保证功能正确性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951431" y="2388755"/>
              <a:ext cx="10289138" cy="1040245"/>
              <a:chOff x="951431" y="2388755"/>
              <a:chExt cx="10289138" cy="104024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2049097" y="2388755"/>
                <a:ext cx="9191472" cy="1040245"/>
              </a:xfrm>
              <a:prstGeom prst="roundRect">
                <a:avLst>
                  <a:gd name="adj" fmla="val 50000"/>
                </a:avLst>
              </a:prstGeom>
              <a:solidFill>
                <a:srgbClr val="12529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951431" y="2435429"/>
                <a:ext cx="946896" cy="946896"/>
              </a:xfrm>
              <a:prstGeom prst="roundRect">
                <a:avLst>
                  <a:gd name="adj" fmla="val 50000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Step1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592312" y="2585711"/>
                <a:ext cx="2353040" cy="6463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测试策略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365026" y="2738283"/>
                <a:ext cx="5366474" cy="6440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采用黑盒测试方法，从用户视角验证系统功能是否符合需求，模拟真实使用场景。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951431" y="3738040"/>
              <a:ext cx="10289138" cy="1040245"/>
              <a:chOff x="951431" y="3738040"/>
              <a:chExt cx="10289138" cy="1040245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049097" y="3738040"/>
                <a:ext cx="9191472" cy="1040245"/>
              </a:xfrm>
              <a:prstGeom prst="roundRect">
                <a:avLst>
                  <a:gd name="adj" fmla="val 50000"/>
                </a:avLst>
              </a:prstGeom>
              <a:solidFill>
                <a:srgbClr val="162E46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51431" y="3784714"/>
                <a:ext cx="946896" cy="946896"/>
              </a:xfrm>
              <a:prstGeom prst="roundRect">
                <a:avLst>
                  <a:gd name="adj" fmla="val 50000"/>
                </a:avLst>
              </a:prstGeom>
              <a:solidFill>
                <a:srgbClr val="162E4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Step2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92312" y="3934996"/>
                <a:ext cx="2353040" cy="6463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测试用例设计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65026" y="4087568"/>
                <a:ext cx="5366474" cy="6440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针对注册、登录、购物车、订单管理等核心功能设计测试用例，覆盖各种边界情况。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51431" y="5087324"/>
              <a:ext cx="10289138" cy="1040245"/>
              <a:chOff x="951431" y="5087324"/>
              <a:chExt cx="10289138" cy="1040245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2049097" y="5087324"/>
                <a:ext cx="9191472" cy="1040245"/>
              </a:xfrm>
              <a:prstGeom prst="roundRect">
                <a:avLst>
                  <a:gd name="adj" fmla="val 50000"/>
                </a:avLst>
              </a:prstGeom>
              <a:solidFill>
                <a:srgbClr val="12529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51431" y="5133998"/>
                <a:ext cx="946896" cy="946896"/>
              </a:xfrm>
              <a:prstGeom prst="roundRect">
                <a:avLst>
                  <a:gd name="adj" fmla="val 50000"/>
                </a:avLst>
              </a:prstGeom>
              <a:solidFill>
                <a:srgbClr val="12529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Step3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592312" y="5284280"/>
                <a:ext cx="2353040" cy="6463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测试结果分析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365026" y="5436852"/>
                <a:ext cx="5366474" cy="6440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对测试中发现的问题进行跟踪、修复与回归测试，确保系统稳定性与可靠性。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系统测试方法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8084" y="2787105"/>
            <a:ext cx="5853924" cy="87029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总结与展望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48084" y="3662908"/>
            <a:ext cx="5853924" cy="780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总结项目成果，反思开发过程中的问题，并对系统未来的发展方向进行展望。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b933450-f563-4efc-a51c-094ae0661d7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1" y="1130303"/>
            <a:ext cx="10067370" cy="4811887"/>
            <a:chOff x="660401" y="1130303"/>
            <a:chExt cx="10067370" cy="4811887"/>
          </a:xfrm>
        </p:grpSpPr>
        <p:grpSp>
          <p:nvGrpSpPr>
            <p:cNvPr id="4" name="Group 4"/>
            <p:cNvGrpSpPr/>
            <p:nvPr/>
          </p:nvGrpSpPr>
          <p:grpSpPr>
            <a:xfrm>
              <a:off x="3953686" y="1619084"/>
              <a:ext cx="2058169" cy="4323106"/>
              <a:chOff x="3953686" y="1619084"/>
              <a:chExt cx="2058169" cy="4323106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3953686" y="2308377"/>
                <a:ext cx="2058169" cy="56931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功能完备性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3953687" y="1619084"/>
                <a:ext cx="858219" cy="6892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000" b="1" i="0">
                    <a:ln/>
                    <a:solidFill>
                      <a:srgbClr val="12529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3953686" y="2906890"/>
                <a:ext cx="2058169" cy="3035300"/>
              </a:xfrm>
              <a:prstGeom prst="roundRect">
                <a:avLst>
                  <a:gd name="adj" fmla="val 6086"/>
                </a:avLst>
              </a:prstGeom>
              <a:gradFill>
                <a:gsLst>
                  <a:gs pos="0">
                    <a:srgbClr val="12529F">
                      <a:alpha val="100000"/>
                      <a:lumMod val="60000"/>
                      <a:lumOff val="40000"/>
                    </a:srgbClr>
                  </a:gs>
                  <a:gs pos="60000">
                    <a:srgbClr val="12529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4056609" y="3237088"/>
                <a:ext cx="1847821" cy="2516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系统涵盖用户、管理员、景点三大角色，实现了票务全流程管理，满足业务需求。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311644" y="1619084"/>
              <a:ext cx="2058169" cy="4323106"/>
              <a:chOff x="6311644" y="1619084"/>
              <a:chExt cx="2058169" cy="432310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311644" y="2308377"/>
                <a:ext cx="2058169" cy="56931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技术可行性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311645" y="1619084"/>
                <a:ext cx="858219" cy="6892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000" b="1" i="0">
                    <a:ln/>
                    <a:solidFill>
                      <a:srgbClr val="162E46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6311644" y="2906890"/>
                <a:ext cx="2058169" cy="3035300"/>
              </a:xfrm>
              <a:prstGeom prst="roundRect">
                <a:avLst>
                  <a:gd name="adj" fmla="val 6086"/>
                </a:avLst>
              </a:prstGeom>
              <a:gradFill>
                <a:gsLst>
                  <a:gs pos="0">
                    <a:srgbClr val="162E46">
                      <a:alpha val="100000"/>
                      <a:lumMod val="60000"/>
                      <a:lumOff val="40000"/>
                    </a:srgbClr>
                  </a:gs>
                  <a:gs pos="60000">
                    <a:srgbClr val="162E4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414567" y="3237088"/>
                <a:ext cx="1847821" cy="2516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采用Python与Django技术栈，证明其在中小型旅游项目中的高效性与实用性。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669602" y="1619084"/>
              <a:ext cx="2058169" cy="4323106"/>
              <a:chOff x="8669602" y="1619084"/>
              <a:chExt cx="2058169" cy="4323106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669602" y="2308377"/>
                <a:ext cx="2058169" cy="56931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用户体验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669603" y="1619084"/>
                <a:ext cx="858219" cy="6892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000" b="1" i="0">
                    <a:ln/>
                    <a:solidFill>
                      <a:srgbClr val="E4E4E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8669602" y="2906890"/>
                <a:ext cx="2058169" cy="3035300"/>
              </a:xfrm>
              <a:prstGeom prst="roundRect">
                <a:avLst>
                  <a:gd name="adj" fmla="val 6086"/>
                </a:avLst>
              </a:prstGeom>
              <a:gradFill>
                <a:gsLst>
                  <a:gs pos="0">
                    <a:srgbClr val="E4E4EF">
                      <a:alpha val="100000"/>
                      <a:lumMod val="60000"/>
                      <a:lumOff val="40000"/>
                    </a:srgbClr>
                  </a:gs>
                  <a:gs pos="60000">
                    <a:srgbClr val="E4E4E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772525" y="3237088"/>
                <a:ext cx="1847821" cy="2516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提供在线购票、天气查询等实用功能，有效提升了游客的购票便利性与满意度。</a:t>
                </a:r>
                <a:endParaRPr lang="en-US" sz="1100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0401" y="1130303"/>
              <a:ext cx="2184400" cy="253858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回顾系统建设的主要成就</a:t>
              </a:r>
              <a:endParaRPr lang="en-US" sz="11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项目成果总结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c97af8-4ad1-44a5-b7ae-4ae3af831fa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105399"/>
            <a:chOff x="660400" y="1130300"/>
            <a:chExt cx="10858500" cy="5105399"/>
          </a:xfrm>
        </p:grpSpPr>
        <p:sp>
          <p:nvSpPr>
            <p:cNvPr id="4" name="AutoShape 4"/>
            <p:cNvSpPr/>
            <p:nvPr/>
          </p:nvSpPr>
          <p:spPr>
            <a:xfrm>
              <a:off x="2417315" y="1997877"/>
              <a:ext cx="1083573" cy="1083573"/>
            </a:xfrm>
            <a:prstGeom prst="arc">
              <a:avLst>
                <a:gd name="adj1" fmla="val 16200000"/>
                <a:gd name="adj2" fmla="val 4316175"/>
              </a:avLst>
            </a:prstGeom>
            <a:solidFill>
              <a:srgbClr val="12529F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5554215" y="1997877"/>
              <a:ext cx="1083573" cy="1083573"/>
            </a:xfrm>
            <a:prstGeom prst="arc">
              <a:avLst>
                <a:gd name="adj1" fmla="val 16200000"/>
                <a:gd name="adj2" fmla="val 13475990"/>
              </a:avLst>
            </a:prstGeom>
            <a:solidFill>
              <a:srgbClr val="162E46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691115" y="1997877"/>
              <a:ext cx="1083573" cy="1083573"/>
            </a:xfrm>
            <a:prstGeom prst="arc">
              <a:avLst>
                <a:gd name="adj1" fmla="val 16200000"/>
                <a:gd name="adj2" fmla="val 501650"/>
              </a:avLst>
            </a:prstGeom>
            <a:solidFill>
              <a:srgbClr val="E4E4EF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2959101" y="2984163"/>
              <a:ext cx="0" cy="1124590"/>
            </a:xfrm>
            <a:prstGeom prst="line">
              <a:avLst/>
            </a:prstGeom>
            <a:ln w="12700">
              <a:gradFill>
                <a:gsLst>
                  <a:gs pos="0">
                    <a:srgbClr val="12529F">
                      <a:alpha val="100000"/>
                    </a:srgbClr>
                  </a:gs>
                  <a:gs pos="100000">
                    <a:srgbClr val="12529F">
                      <a:alpha val="0"/>
                      <a:lumMod val="30000"/>
                      <a:lumOff val="70000"/>
                    </a:srgbClr>
                  </a:gs>
                </a:gsLst>
                <a:lin ang="5400000"/>
              </a:gra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6096001" y="2984163"/>
              <a:ext cx="0" cy="1124590"/>
            </a:xfrm>
            <a:prstGeom prst="line">
              <a:avLst/>
            </a:prstGeom>
            <a:ln w="12700">
              <a:gradFill>
                <a:gsLst>
                  <a:gs pos="0">
                    <a:srgbClr val="162E46">
                      <a:alpha val="100000"/>
                    </a:srgbClr>
                  </a:gs>
                  <a:gs pos="100000">
                    <a:srgbClr val="12529F">
                      <a:alpha val="0"/>
                      <a:lumMod val="30000"/>
                      <a:lumOff val="70000"/>
                    </a:srgbClr>
                  </a:gs>
                </a:gsLst>
                <a:lin ang="5400000"/>
              </a:gra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9232901" y="2984163"/>
              <a:ext cx="0" cy="1124590"/>
            </a:xfrm>
            <a:prstGeom prst="line">
              <a:avLst/>
            </a:prstGeom>
            <a:ln w="12700">
              <a:gradFill>
                <a:gsLst>
                  <a:gs pos="0">
                    <a:srgbClr val="E4E4EF">
                      <a:alpha val="100000"/>
                    </a:srgbClr>
                  </a:gs>
                  <a:gs pos="100000">
                    <a:srgbClr val="12529F">
                      <a:alpha val="0"/>
                      <a:lumMod val="30000"/>
                      <a:lumOff val="70000"/>
                    </a:srgbClr>
                  </a:gs>
                </a:gsLst>
                <a:lin ang="5400000"/>
              </a:gradFill>
              <a:prstDash val="solid"/>
              <a:headEnd type="none"/>
              <a:tailEnd type="none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0400" y="1130300"/>
              <a:ext cx="10858500" cy="6354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反思项目局限并规划未来方向</a:t>
              </a:r>
              <a:endParaRPr lang="en-US" sz="1100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595193" y="2095163"/>
              <a:ext cx="2727814" cy="4140536"/>
              <a:chOff x="1595193" y="2095163"/>
              <a:chExt cx="2727814" cy="4140536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595193" y="3968843"/>
                <a:ext cx="2727814" cy="815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系统性能优化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14601" y="2095163"/>
                <a:ext cx="889000" cy="889000"/>
              </a:xfrm>
              <a:prstGeom prst="ellipse">
                <a:avLst/>
              </a:prstGeom>
              <a:gradFill>
                <a:gsLst>
                  <a:gs pos="0">
                    <a:srgbClr val="12529F">
                      <a:alpha val="100000"/>
                      <a:lumMod val="60000"/>
                      <a:lumOff val="40000"/>
                    </a:srgbClr>
                  </a:gs>
                  <a:gs pos="60000">
                    <a:srgbClr val="12529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95193" y="4774862"/>
                <a:ext cx="2727814" cy="146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在高并发场景下，系统性能有待进一步提升，需考虑引入缓存、负载均衡等技术。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4732093" y="2095163"/>
              <a:ext cx="2727814" cy="4140536"/>
              <a:chOff x="4732093" y="2095163"/>
              <a:chExt cx="2727814" cy="414053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732093" y="3968843"/>
                <a:ext cx="2727814" cy="815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功能扩展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651501" y="2095163"/>
                <a:ext cx="889000" cy="889000"/>
              </a:xfrm>
              <a:prstGeom prst="ellipse">
                <a:avLst/>
              </a:prstGeom>
              <a:gradFill>
                <a:gsLst>
                  <a:gs pos="0">
                    <a:srgbClr val="162E46">
                      <a:alpha val="100000"/>
                      <a:lumMod val="60000"/>
                      <a:lumOff val="40000"/>
                    </a:srgbClr>
                  </a:gs>
                  <a:gs pos="60000">
                    <a:srgbClr val="162E4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732093" y="4774862"/>
                <a:ext cx="2727814" cy="146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未来可探索增加智能推荐、多语言支持、电子票务等功能，增强系统竞争力。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868993" y="2095163"/>
              <a:ext cx="2727814" cy="4140536"/>
              <a:chOff x="7868993" y="2095163"/>
              <a:chExt cx="2727814" cy="4140536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868993" y="3968843"/>
                <a:ext cx="2727814" cy="815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移动端适配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788401" y="2095163"/>
                <a:ext cx="889000" cy="889000"/>
              </a:xfrm>
              <a:prstGeom prst="ellipse">
                <a:avLst/>
              </a:prstGeom>
              <a:gradFill>
                <a:gsLst>
                  <a:gs pos="0">
                    <a:srgbClr val="E4E4EF">
                      <a:alpha val="100000"/>
                      <a:lumMod val="60000"/>
                      <a:lumOff val="40000"/>
                    </a:srgbClr>
                  </a:gs>
                  <a:gs pos="60000">
                    <a:srgbClr val="E4E4E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68993" y="4774862"/>
                <a:ext cx="2727814" cy="146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目前主要面向PC端，后续应开发移动端应用或响应式界面，适应移动化趋势。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不足与展望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2658" y="1808064"/>
            <a:ext cx="5256241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7861300" y="3690485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报告人名称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3964805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lnSpc>
                <a:spcPct val="108000"/>
              </a:lnSpc>
              <a:spcBef>
                <a:spcPts val="1000"/>
              </a:spcBef>
              <a:defRPr/>
            </a:pPr>
            <a:r>
              <a:rPr lang="en-US">
                <a:latin typeface="微软雅黑"/>
                <a:ea typeface="微软雅黑"/>
                <a:cs typeface="微软雅黑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1f5d4e4-dd9f-455b-9729-0f7f87a6a1b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855</Words>
  <Application>Microsoft Office PowerPoint</Application>
  <PresentationFormat>宽屏</PresentationFormat>
  <Paragraphs>270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3" baseType="lpstr">
      <vt:lpstr>微软雅黑</vt:lpstr>
      <vt:lpstr>Arial</vt:lpstr>
      <vt:lpstr>Calibri</vt:lpstr>
      <vt:lpstr>c1f5d4e4-dd9f-455b-9729-0f7f87a6a1b7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wangxiaoyu</dc:creator>
  <cp:lastModifiedBy>w w</cp:lastModifiedBy>
  <cp:revision>7</cp:revision>
  <dcterms:created xsi:type="dcterms:W3CDTF">2006-08-16T00:00:00Z</dcterms:created>
  <dcterms:modified xsi:type="dcterms:W3CDTF">2026-04-12T14:22:05Z</dcterms:modified>
</cp:coreProperties>
</file>