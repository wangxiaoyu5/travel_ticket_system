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旅游票务系统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毕业设计答辩</a:t>
            </a:r>
          </a:p>
          <a:p>
            <a:r>
              <a:t>王晓宇</a:t>
            </a:r>
          </a:p>
          <a:p>
            <a:r>
              <a:t>指导教师：XXX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项目背景：</a:t>
            </a:r>
          </a:p>
          <a:p>
            <a:r>
              <a:t>随着旅游业的快速发展，传统的线下购票方式已经无法满足游客的需求。线上票务系统的出现，不仅方便了游客购票，也提高了景区的管理效率。</a:t>
            </a:r>
          </a:p>
          <a:p/>
          <a:p>
            <a:r>
              <a:t>项目目标：</a:t>
            </a:r>
          </a:p>
          <a:p>
            <a:r>
              <a:t>开发一个功能完整的旅游票务管理系统，实现景点信息展示、在线购票、订单管理、用户管理等核心功能。</a:t>
            </a:r>
          </a:p>
          <a:p/>
          <a:p>
            <a:r>
              <a:t>系统价值：</a:t>
            </a:r>
          </a:p>
          <a:p>
            <a:r>
              <a:t>- 简化购票流程，提高用户体验</a:t>
            </a:r>
          </a:p>
          <a:p>
            <a:r>
              <a:t>- 实时管理门票库存，避免超售</a:t>
            </a:r>
          </a:p>
          <a:p>
            <a:r>
              <a:t>- 提供数据分析，辅助景区决策</a:t>
            </a:r>
          </a:p>
          <a:p>
            <a:r>
              <a:t>- 降低运营成本，提高管理效率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技术栈：</a:t>
            </a:r>
          </a:p>
          <a:p>
            <a:r>
              <a:t>- 前端：HTML5, CSS3, JavaScript, Bootstrap</a:t>
            </a:r>
          </a:p>
          <a:p>
            <a:r>
              <a:t>- 后端：Django 4.0, Python 3.10</a:t>
            </a:r>
          </a:p>
          <a:p>
            <a:r>
              <a:t>- 数据库：SQLite</a:t>
            </a:r>
          </a:p>
          <a:p>
            <a:r>
              <a:t>- API：天气查询API</a:t>
            </a:r>
          </a:p>
          <a:p>
            <a:r>
              <a:t>- 认证：Django内置认证系统</a:t>
            </a:r>
          </a:p>
          <a:p/>
          <a:p>
            <a:r>
              <a:t>MVC架构：</a:t>
            </a:r>
          </a:p>
          <a:p>
            <a:r>
              <a:t>- 模型 (Models)：定义数据结构，处理数据库操作</a:t>
            </a:r>
          </a:p>
          <a:p>
            <a:r>
              <a:t>- 视图 (Views)：处理业务逻辑，响应HTTP请求</a:t>
            </a:r>
          </a:p>
          <a:p>
            <a:r>
              <a:t>- 模板 (Templates)：生成HTML页面，展示数据</a:t>
            </a:r>
          </a:p>
          <a:p/>
          <a:p>
            <a:r>
              <a:t>系统架构：</a:t>
            </a:r>
          </a:p>
          <a:p>
            <a:r>
              <a:t>- 客户端：浏览器、移动设备</a:t>
            </a:r>
          </a:p>
          <a:p>
            <a:r>
              <a:t>- 服务端：Django应用</a:t>
            </a:r>
          </a:p>
          <a:p>
            <a:r>
              <a:t>- 数据层：SQLite数据库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系统功能模块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用户系统</a:t>
            </a:r>
          </a:p>
          <a:p>
            <a:r>
              <a:t>   - 注册：新用户注册，支持邮箱验证</a:t>
            </a:r>
          </a:p>
          <a:p>
            <a:r>
              <a:t>   - 登录：用户登录，支持角色选择</a:t>
            </a:r>
          </a:p>
          <a:p>
            <a:r>
              <a:t>   - 个人中心：修改个人信息，查看订单和收藏</a:t>
            </a:r>
          </a:p>
          <a:p>
            <a:r>
              <a:t>   - 密码重置：通过邮箱重置密码</a:t>
            </a:r>
          </a:p>
          <a:p/>
          <a:p>
            <a:r>
              <a:t>2. 景点管理</a:t>
            </a:r>
          </a:p>
          <a:p>
            <a:r>
              <a:t>   - 景点列表：展示所有景点，支持分类筛选</a:t>
            </a:r>
          </a:p>
          <a:p>
            <a:r>
              <a:t>   - 景点详情：查看景点详细信息，包括图片、描述、评论</a:t>
            </a:r>
          </a:p>
          <a:p>
            <a:r>
              <a:t>   - 搜索功能：根据关键词搜索景点</a:t>
            </a:r>
          </a:p>
          <a:p>
            <a:r>
              <a:t>   - 浏览历史：记录用户浏览过的景点</a:t>
            </a:r>
          </a:p>
          <a:p/>
          <a:p>
            <a:r>
              <a:t>3. 购票流程</a:t>
            </a:r>
          </a:p>
          <a:p>
            <a:r>
              <a:t>   - 门票选择：选择门票类型和数量</a:t>
            </a:r>
          </a:p>
          <a:p>
            <a:r>
              <a:t>   - 日期选择：选择使用日期，查看库存</a:t>
            </a:r>
          </a:p>
          <a:p>
            <a:r>
              <a:t>   - 购物车：管理待支付的门票</a:t>
            </a:r>
          </a:p>
          <a:p>
            <a:r>
              <a:t>   - 订单创建：生成订单，计算总价</a:t>
            </a:r>
          </a:p>
          <a:p>
            <a:r>
              <a:t>   - 支付：支持多种支付方式</a:t>
            </a:r>
          </a:p>
          <a:p/>
          <a:p>
            <a:r>
              <a:t>4. 后台管理</a:t>
            </a:r>
          </a:p>
          <a:p>
            <a:r>
              <a:t>   - 平台管理员：管理所有用户、景点、订单</a:t>
            </a:r>
          </a:p>
          <a:p>
            <a:r>
              <a:t>   - 景点管理员：管理所属景点的信息和订单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核心功能实现 - 用户系统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实现细节：</a:t>
            </a:r>
          </a:p>
          <a:p>
            <a:r>
              <a:t>- 使用Django内置的认证系统，自定义用户模型添加角色字段</a:t>
            </a:r>
          </a:p>
          <a:p>
            <a:r>
              <a:t>- 实现三级权限控制：游客(0)、景点管理员(1)、平台管理员(2)</a:t>
            </a:r>
          </a:p>
          <a:p>
            <a:r>
              <a:t>- 使用装饰器实现权限验证，确保只有授权用户能访问对应页面</a:t>
            </a:r>
          </a:p>
          <a:p>
            <a:r>
              <a:t>- 密码加密存储，保障用户数据安全</a:t>
            </a:r>
          </a:p>
          <a:p/>
          <a:p>
            <a:r>
              <a:t>核心代码：</a:t>
            </a:r>
          </a:p>
          <a:p>
            <a:r>
              <a:t>@login_required</a:t>
            </a:r>
          </a:p>
          <a:p>
            <a:r>
              <a:t>def personal_center(request):</a:t>
            </a:r>
          </a:p>
          <a:p>
            <a:r>
              <a:t>    user = request.user</a:t>
            </a:r>
          </a:p>
          <a:p>
            <a:r>
              <a:t>    # 处理用户信息更新</a:t>
            </a:r>
          </a:p>
          <a:p>
            <a:r>
              <a:t>    if request.method == 'POST':</a:t>
            </a:r>
          </a:p>
          <a:p>
            <a:r>
              <a:t>        user.username = request.POST.get('username')</a:t>
            </a:r>
          </a:p>
          <a:p>
            <a:r>
              <a:t>        user.email = request.POST.get('email')</a:t>
            </a:r>
          </a:p>
          <a:p>
            <a:r>
              <a:t>        # 保存用户信息</a:t>
            </a:r>
          </a:p>
          <a:p>
            <a:r>
              <a:t>        user.save()</a:t>
            </a:r>
          </a:p>
          <a:p>
            <a:r>
              <a:t>        messages.success(request, '个人信息更新成功')</a:t>
            </a:r>
          </a:p>
          <a:p>
            <a:r>
              <a:t>    # 获取用户收藏和浏览历史</a:t>
            </a:r>
          </a:p>
          <a:p>
            <a:r>
              <a:t>    favorites = Collection.objects.filter(user=user)</a:t>
            </a:r>
          </a:p>
          <a:p>
            <a:r>
              <a:t>    browse_history = BrowseHistory.objects.filter(user=user)</a:t>
            </a:r>
          </a:p>
          <a:p>
            <a:r>
              <a:t>    return render(request, 'personal_center.html', {</a:t>
            </a:r>
          </a:p>
          <a:p>
            <a:r>
              <a:t>        'favorites': favorites,</a:t>
            </a:r>
          </a:p>
          <a:p>
            <a:r>
              <a:t>        'browse_history': browse_history</a:t>
            </a:r>
          </a:p>
          <a:p>
            <a:r>
              <a:t>    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核心功能实现 - 购票系统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实现流程：</a:t>
            </a:r>
          </a:p>
          <a:p>
            <a:r>
              <a:t>1. 选择景点和门票类型：用户从景点详情页进入购票页面，选择合适的门票类型</a:t>
            </a:r>
          </a:p>
          <a:p>
            <a:r>
              <a:t>2. 选择使用日期：选择游玩日期，系统实时检查该日期的门票库存</a:t>
            </a:r>
          </a:p>
          <a:p>
            <a:r>
              <a:t>3. 检查库存：通过DateStock模型检查对应日期的门票库存是否充足</a:t>
            </a:r>
          </a:p>
          <a:p>
            <a:r>
              <a:t>4. 创建订单：生成唯一订单号，计算总价，创建订单记录</a:t>
            </a:r>
          </a:p>
          <a:p>
            <a:r>
              <a:t>5. 支付：跳转到支付页面，完成支付流程</a:t>
            </a:r>
          </a:p>
          <a:p>
            <a:r>
              <a:t>6. 生成订单：支付成功后，更新订单状态，减少对应日期的库存</a:t>
            </a:r>
          </a:p>
          <a:p/>
          <a:p>
            <a:r>
              <a:t>关键技术点：</a:t>
            </a:r>
          </a:p>
          <a:p>
            <a:r>
              <a:t>- 日期化库存管理：使用DateStock模型记录每天的库存情况</a:t>
            </a:r>
          </a:p>
          <a:p>
            <a:r>
              <a:t>- 实时库存检查：购票时实时检查库存，避免超售</a:t>
            </a:r>
          </a:p>
          <a:p>
            <a:r>
              <a:t>- 订单号生成：结合时间戳和随机数生成唯一订单号</a:t>
            </a:r>
          </a:p>
          <a:p>
            <a:r>
              <a:t>- 事务处理：确保订单创建和库存更新的原子性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核心功能实现 - 后台管理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平台管理员功能：</a:t>
            </a:r>
          </a:p>
          <a:p>
            <a:r>
              <a:t>- 用户管理：增删改查用户，分配角色和权限</a:t>
            </a:r>
          </a:p>
          <a:p>
            <a:r>
              <a:t>- 景点管理：审核、添加、编辑、删除景点信息</a:t>
            </a:r>
          </a:p>
          <a:p>
            <a:r>
              <a:t>- 订单管理：查看所有订单，处理退款和投诉</a:t>
            </a:r>
          </a:p>
          <a:p>
            <a:r>
              <a:t>- 评论管理：回复、删除用户评论</a:t>
            </a:r>
          </a:p>
          <a:p>
            <a:r>
              <a:t>- 数据统计：查看系统运行数据和趋势</a:t>
            </a:r>
          </a:p>
          <a:p/>
          <a:p>
            <a:r>
              <a:t>景点管理员功能：</a:t>
            </a:r>
          </a:p>
          <a:p>
            <a:r>
              <a:t>- 景点管理：添加、编辑、上架/下架景点</a:t>
            </a:r>
          </a:p>
          <a:p>
            <a:r>
              <a:t>- 门票管理：设置门票类型、价格和库存</a:t>
            </a:r>
          </a:p>
          <a:p>
            <a:r>
              <a:t>- 订单管理：查看和处理所属景点的订单</a:t>
            </a:r>
          </a:p>
          <a:p>
            <a:r>
              <a:t>- 评论管理：回复游客评论</a:t>
            </a:r>
          </a:p>
          <a:p>
            <a:r>
              <a:t>- 数据统计：查看景点的销售和访问数据</a:t>
            </a:r>
          </a:p>
          <a:p/>
          <a:p>
            <a:r>
              <a:t>实现方式：</a:t>
            </a:r>
          </a:p>
          <a:p>
            <a:r>
              <a:t>- 使用装饰器实现权限控制</a:t>
            </a:r>
          </a:p>
          <a:p>
            <a:r>
              <a:t>- 后台页面使用响应式设计</a:t>
            </a:r>
          </a:p>
          <a:p>
            <a:r>
              <a:t>- 数据分页展示，提高管理效率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系统特色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实时库存管理</a:t>
            </a:r>
          </a:p>
          <a:p>
            <a:r>
              <a:t>   - 按日期管理门票库存，确保数据准确性</a:t>
            </a:r>
          </a:p>
          <a:p>
            <a:r>
              <a:t>   - 实时显示库存状态，避免超售</a:t>
            </a:r>
          </a:p>
          <a:p>
            <a:r>
              <a:t>   - 支持批量设置和调整库存</a:t>
            </a:r>
          </a:p>
          <a:p/>
          <a:p>
            <a:r>
              <a:t>2. 天气查询集成</a:t>
            </a:r>
          </a:p>
          <a:p>
            <a:r>
              <a:t>   - 购票时查询景点天气，提升用户体验</a:t>
            </a:r>
          </a:p>
          <a:p>
            <a:r>
              <a:t>   - 根据天气情况提供游玩建议</a:t>
            </a:r>
          </a:p>
          <a:p>
            <a:r>
              <a:t>   - 集成第三方天气API，获取实时天气数据</a:t>
            </a:r>
          </a:p>
          <a:p/>
          <a:p>
            <a:r>
              <a:t>3. 多级权限管理</a:t>
            </a:r>
          </a:p>
          <a:p>
            <a:r>
              <a:t>   - 不同角色拥有不同权限，确保系统安全</a:t>
            </a:r>
          </a:p>
          <a:p>
            <a:r>
              <a:t>   - 细粒度的权限控制，保障数据安全</a:t>
            </a:r>
          </a:p>
          <a:p>
            <a:r>
              <a:t>   - 权限继承机制，简化权限管理</a:t>
            </a:r>
          </a:p>
          <a:p/>
          <a:p>
            <a:r>
              <a:t>4. 响应式设计</a:t>
            </a:r>
          </a:p>
          <a:p>
            <a:r>
              <a:t>   - 适配不同设备，提供良好的用户体验</a:t>
            </a:r>
          </a:p>
          <a:p>
            <a:r>
              <a:t>   - 移动端友好，支持随时随地购票</a:t>
            </a:r>
          </a:p>
          <a:p>
            <a:r>
              <a:t>   - 自适应布局，在不同屏幕尺寸下都能正常显示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数据库设计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主要数据表：</a:t>
            </a:r>
          </a:p>
          <a:p>
            <a:r>
              <a:t>- User - 用户表：存储用户信息，包括用户名、密码、邮箱、角色等</a:t>
            </a:r>
          </a:p>
          <a:p>
            <a:r>
              <a:t>- ScenicSpot - 景点表：存储景点信息，包括名称、描述、价格、图片等</a:t>
            </a:r>
          </a:p>
          <a:p>
            <a:r>
              <a:t>- TicketType - 门票类型表：存储门票类型信息，包括名称、价格、类型等</a:t>
            </a:r>
          </a:p>
          <a:p>
            <a:r>
              <a:t>- Order - 订单表：存储订单信息，包括订单号、用户、景点、门票、数量、总价等</a:t>
            </a:r>
          </a:p>
          <a:p>
            <a:r>
              <a:t>- Cart - 购物车表：存储购物车信息，包括用户、景点、门票、数量等</a:t>
            </a:r>
          </a:p>
          <a:p>
            <a:r>
              <a:t>- ScenicSpotComment - 评论表：存储用户评论，包括用户、景点、内容、回复等</a:t>
            </a:r>
          </a:p>
          <a:p>
            <a:r>
              <a:t>- DateStock - 日期库存表：存储每天的门票库存情况</a:t>
            </a:r>
          </a:p>
          <a:p>
            <a:r>
              <a:t>- Collection - 收藏表：存储用户收藏的景点</a:t>
            </a:r>
          </a:p>
          <a:p>
            <a:r>
              <a:t>- BrowseHistory - 浏览历史表：存储用户的浏览历史</a:t>
            </a:r>
          </a:p>
          <a:p/>
          <a:p>
            <a:r>
              <a:t>表关系：</a:t>
            </a:r>
          </a:p>
          <a:p>
            <a:r>
              <a:t>- User与Order、Cart、ScenicSpotComment、Collection、BrowseHistory是一对多关系</a:t>
            </a:r>
          </a:p>
          <a:p>
            <a:r>
              <a:t>- ScenicSpot与TicketType、Order、Cart、ScenicSpotComment是一对多关系</a:t>
            </a:r>
          </a:p>
          <a:p>
            <a:r>
              <a:t>- TicketType与Order、Cart、DateStock是一对多关系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首页展示：</a:t>
            </a:r>
          </a:p>
          <a:p>
            <a:r>
              <a:t>- 轮播图：展示热门景点和活动</a:t>
            </a:r>
          </a:p>
          <a:p>
            <a:r>
              <a:t>- 热门景点：展示当前热门的景点</a:t>
            </a:r>
          </a:p>
          <a:p>
            <a:r>
              <a:t>- 最新资讯：展示最新的旅游资讯和公告</a:t>
            </a:r>
          </a:p>
          <a:p>
            <a:r>
              <a:t>- 快速搜索：方便用户快速找到景点</a:t>
            </a:r>
          </a:p>
          <a:p/>
          <a:p>
            <a:r>
              <a:t>景点列表：</a:t>
            </a:r>
          </a:p>
          <a:p>
            <a:r>
              <a:t>- 分类筛选：按地区、分类等筛选景点</a:t>
            </a:r>
          </a:p>
          <a:p>
            <a:r>
              <a:t>- 搜索功能：根据关键词搜索景点</a:t>
            </a:r>
          </a:p>
          <a:p>
            <a:r>
              <a:t>- 排序功能：按价格、热度等排序</a:t>
            </a:r>
          </a:p>
          <a:p>
            <a:r>
              <a:t>- 分页展示：提高加载速度和用户体验</a:t>
            </a:r>
          </a:p>
          <a:p/>
          <a:p>
            <a:r>
              <a:t>景点详情：</a:t>
            </a:r>
          </a:p>
          <a:p>
            <a:r>
              <a:t>- 景点信息：详细介绍景点的特色和设施</a:t>
            </a:r>
          </a:p>
          <a:p>
            <a:r>
              <a:t>- 图片展示：展示景点的多张图片</a:t>
            </a:r>
          </a:p>
          <a:p>
            <a:r>
              <a:t>- 用户评论：查看其他用户的评论和回复</a:t>
            </a:r>
          </a:p>
          <a:p>
            <a:r>
              <a:t>- 购票入口：直接进入购票页面</a:t>
            </a:r>
          </a:p>
          <a:p/>
          <a:p>
            <a:r>
              <a:t>购票流程：</a:t>
            </a:r>
          </a:p>
          <a:p>
            <a:r>
              <a:t>- 选择门票类型：根据需求选择合适的门票</a:t>
            </a:r>
          </a:p>
          <a:p>
            <a:r>
              <a:t>- 选择日期：选择游玩日期，查看库存</a:t>
            </a:r>
          </a:p>
          <a:p>
            <a:r>
              <a:t>- 确认订单：核对订单信息，确认支付</a:t>
            </a:r>
          </a:p>
          <a:p>
            <a:r>
              <a:t>- 支付成功：生成订单，发送通知</a:t>
            </a:r>
          </a:p>
          <a:p/>
          <a:p>
            <a:r>
              <a:t>个人中心：</a:t>
            </a:r>
          </a:p>
          <a:p>
            <a:r>
              <a:t>- 个人信息：查看和修改个人信息</a:t>
            </a:r>
          </a:p>
          <a:p>
            <a:r>
              <a:t>- 订单管理：查看所有订单和状态</a:t>
            </a:r>
          </a:p>
          <a:p>
            <a:r>
              <a:t>- 我的收藏：查看收藏的景点</a:t>
            </a:r>
          </a:p>
          <a:p>
            <a:r>
              <a:t>- 浏览历史：查看浏览过的景点</a:t>
            </a:r>
          </a:p>
          <a:p/>
          <a:p>
            <a:r>
              <a:t>后台管理：</a:t>
            </a:r>
          </a:p>
          <a:p>
            <a:r>
              <a:t>- 仪表盘：查看系统运行数据</a:t>
            </a:r>
          </a:p>
          <a:p>
            <a:r>
              <a:t>- 用户管理：管理所有用户</a:t>
            </a:r>
          </a:p>
          <a:p>
            <a:r>
              <a:t>- 景点管理：管理所有景点</a:t>
            </a:r>
          </a:p>
          <a:p>
            <a:r>
              <a:t>- 订单管理：处理所有订单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项目收获与展望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项目收获：</a:t>
            </a:r>
          </a:p>
          <a:p>
            <a:r>
              <a:t>- 掌握Django框架的使用，包括模型、视图、模板的开发</a:t>
            </a:r>
          </a:p>
          <a:p>
            <a:r>
              <a:t>- 理解MVC架构设计模式，掌握Web应用开发流程</a:t>
            </a:r>
          </a:p>
          <a:p>
            <a:r>
              <a:t>- 学习数据库设计与优化，包括表结构设计和关系建立</a:t>
            </a:r>
          </a:p>
          <a:p>
            <a:r>
              <a:t>- 提升问题解决能力，学会调试和排查错误</a:t>
            </a:r>
          </a:p>
          <a:p>
            <a:r>
              <a:t>- 熟悉前端技术，包括HTML、CSS、JavaScript的使用</a:t>
            </a:r>
          </a:p>
          <a:p>
            <a:r>
              <a:t>- 了解API集成，学会调用第三方服务</a:t>
            </a:r>
          </a:p>
          <a:p/>
          <a:p>
            <a:r>
              <a:t>未来展望：</a:t>
            </a:r>
          </a:p>
          <a:p>
            <a:r>
              <a:t>- 增加在线支付功能，支持支付宝、微信支付等</a:t>
            </a:r>
          </a:p>
          <a:p>
            <a:r>
              <a:t>- 开发移动端应用，提供更好的移动用户体验</a:t>
            </a:r>
          </a:p>
          <a:p>
            <a:r>
              <a:t>- 优化系统性能，提高并发处理能力</a:t>
            </a:r>
          </a:p>
          <a:p>
            <a:r>
              <a:t>- 添加更多旅游相关功能，如路线规划、攻略分享等</a:t>
            </a:r>
          </a:p>
          <a:p>
            <a:r>
              <a:t>- 实现数据分析和预测，辅助景区决策</a:t>
            </a:r>
          </a:p>
          <a:p>
            <a:r>
              <a:t>- 加强系统安全性，防止各种攻击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谢谢聆听！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