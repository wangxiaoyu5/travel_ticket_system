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4800">
                <a:solidFill>
                  <a:srgbClr val="FFFFFF"/>
                </a:solidFill>
              </a:defRPr>
            </a:pPr>
            <a:r>
              <a:t>毕业设计答辩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t>河北地质大学华信学院</a:t>
            </a:r>
          </a:p>
          <a:p>
            <a:r>
              <a:t>论文题目</a:t>
            </a:r>
          </a:p>
          <a:p>
            <a:r>
              <a:t>作者：XXX</a:t>
            </a:r>
          </a:p>
          <a:p>
            <a:r>
              <a:t>导师：XXX</a:t>
            </a:r>
          </a:p>
          <a:p>
            <a:r>
              <a:t>日期：2026年6月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[学校标志]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1. 选题背景</a:t>
            </a:r>
          </a:p>
          <a:p>
            <a:r>
              <a:t>2. 研究目标</a:t>
            </a:r>
          </a:p>
          <a:p>
            <a:r>
              <a:t>3. 研究方法</a:t>
            </a:r>
          </a:p>
          <a:p>
            <a:r>
              <a:t>4. 研究过程</a:t>
            </a:r>
          </a:p>
          <a:p>
            <a:r>
              <a:t>5. 结果分析</a:t>
            </a:r>
          </a:p>
          <a:p>
            <a:r>
              <a:t>6. 结论与建议</a:t>
            </a:r>
          </a:p>
          <a:p>
            <a:r>
              <a:t>7. 致谢</a:t>
            </a:r>
          </a:p>
          <a:p>
            <a:r>
              <a:t>8. 参考文献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6705295" cy="91440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河北地质大学华信学院 · 毕业设计答辩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一、选题背景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• 研究背景</a:t>
            </a:r>
          </a:p>
          <a:p>
            <a:r>
              <a:t>• 研究意义</a:t>
            </a:r>
          </a:p>
          <a:p>
            <a:r>
              <a:t>• 国内外研究现状</a:t>
            </a:r>
          </a:p>
          <a:p>
            <a:r>
              <a:t>• 研究问题的提出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828800" cy="91440"/>
          </a:xfrm>
          <a:prstGeom prst="rect">
            <a:avLst/>
          </a:prstGeom>
          <a:solidFill>
            <a:srgbClr val="008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河北地质大学华信学院 · 毕业设计答辩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二、研究目标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• 研究目的</a:t>
            </a:r>
          </a:p>
          <a:p>
            <a:r>
              <a:t>• 研究内容</a:t>
            </a:r>
          </a:p>
          <a:p>
            <a:r>
              <a:t>• 研究假设</a:t>
            </a:r>
          </a:p>
          <a:p>
            <a:r>
              <a:t>• 研究创新点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828800" cy="91440"/>
          </a:xfrm>
          <a:prstGeom prst="rect">
            <a:avLst/>
          </a:prstGeom>
          <a:solidFill>
            <a:srgbClr val="008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河北地质大学华信学院 · 毕业设计答辩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三、研究方法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• 研究设计</a:t>
            </a:r>
          </a:p>
          <a:p>
            <a:r>
              <a:t>• 数据收集方法</a:t>
            </a:r>
          </a:p>
          <a:p>
            <a:r>
              <a:t>• 数据分析方法</a:t>
            </a:r>
          </a:p>
          <a:p>
            <a:r>
              <a:t>• 研究工具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828800" cy="91440"/>
          </a:xfrm>
          <a:prstGeom prst="rect">
            <a:avLst/>
          </a:prstGeom>
          <a:solidFill>
            <a:srgbClr val="008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河北地质大学华信学院 · 毕业设计答辩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四、研究过程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• 研究步骤</a:t>
            </a:r>
          </a:p>
          <a:p>
            <a:r>
              <a:t>• 实施过程</a:t>
            </a:r>
          </a:p>
          <a:p>
            <a:r>
              <a:t>• 遇到的问题及解决方法</a:t>
            </a:r>
          </a:p>
          <a:p>
            <a:r>
              <a:t>• 数据收集与整理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828800" cy="91440"/>
          </a:xfrm>
          <a:prstGeom prst="rect">
            <a:avLst/>
          </a:prstGeom>
          <a:solidFill>
            <a:srgbClr val="008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河北地质大学华信学院 · 毕业设计答辩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五、结果分析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• 研究结果</a:t>
            </a:r>
          </a:p>
          <a:p>
            <a:r>
              <a:t>• 数据分析</a:t>
            </a:r>
          </a:p>
          <a:p>
            <a:r>
              <a:t>• 结果讨论</a:t>
            </a:r>
          </a:p>
          <a:p>
            <a:r>
              <a:t>• 图表展示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828800" cy="91440"/>
          </a:xfrm>
          <a:prstGeom prst="rect">
            <a:avLst/>
          </a:prstGeom>
          <a:solidFill>
            <a:srgbClr val="008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河北地质大学华信学院 · 毕业设计答辩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六、结论与建议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• 研究结论</a:t>
            </a:r>
          </a:p>
          <a:p>
            <a:r>
              <a:t>• 实践意义</a:t>
            </a:r>
          </a:p>
          <a:p>
            <a:r>
              <a:t>• 局限性</a:t>
            </a:r>
          </a:p>
          <a:p>
            <a:r>
              <a:t>• 未来研究建议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828800" cy="91440"/>
          </a:xfrm>
          <a:prstGeom prst="rect">
            <a:avLst/>
          </a:prstGeom>
          <a:solidFill>
            <a:srgbClr val="008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河北地质大学华信学院 · 毕业设计答辩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七、致谢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• 感谢导师的悉心指导</a:t>
            </a:r>
          </a:p>
          <a:p>
            <a:r>
              <a:t>• 感谢同学的帮助与支持</a:t>
            </a:r>
          </a:p>
          <a:p>
            <a:r>
              <a:t>• 感谢家人的理解与鼓励</a:t>
            </a:r>
          </a:p>
          <a:p>
            <a:r>
              <a:t>• 感谢相关单位的支持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828800" cy="91440"/>
          </a:xfrm>
          <a:prstGeom prst="rect">
            <a:avLst/>
          </a:prstGeom>
          <a:solidFill>
            <a:srgbClr val="008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河北地质大学华信学院 · 毕业设计答辩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八、参考文献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[1] 作者. 书名[M]. 出版社, 出版年份.</a:t>
            </a:r>
          </a:p>
          <a:p>
            <a:r>
              <a:t>[2] 作者. 文章标题[J]. 期刊名称, 年份, 卷(期): 页码.</a:t>
            </a:r>
          </a:p>
          <a:p>
            <a:r>
              <a:t>[3] 作者. 网页标题[EB/OL]. URL, 访问日期.</a:t>
            </a:r>
          </a:p>
          <a:p>
            <a:r>
              <a:t>[4] 其他参考文献...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828800" cy="91440"/>
          </a:xfrm>
          <a:prstGeom prst="rect">
            <a:avLst/>
          </a:prstGeom>
          <a:solidFill>
            <a:srgbClr val="008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河北地质大学华信学院 · 毕业设计答辩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